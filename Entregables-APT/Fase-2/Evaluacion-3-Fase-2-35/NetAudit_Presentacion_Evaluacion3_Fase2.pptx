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98611cf1094a2f" /><Relationship Type="http://schemas.openxmlformats.org/officeDocument/2006/relationships/extended-properties" Target="/docProps/app.xml" Id="R981403d4b9f343b5" /><Relationship Type="http://schemas.openxmlformats.org/officeDocument/2006/relationships/officeDocument" Target="/ppt/presentation.xml" Id="R165032824453495a" /></Relationships>
</file>

<file path=ppt/presentation.xml><?xml version="1.0" encoding="utf-8"?>
<p:presentation xmlns:p="http://schemas.openxmlformats.org/presentationml/2006/main">
  <p:sldMasterIdLst>
    <p:sldMasterId xmlns:r="http://schemas.openxmlformats.org/officeDocument/2006/relationships" id="2147483648" r:id="Rda85576d19d64eb8"/>
  </p:sldMasterIdLst>
  <p:notesMasterIdLst>
    <p:notesMasterId xmlns:r="http://schemas.openxmlformats.org/officeDocument/2006/relationships" r:id="R3e283c8ad7a64e3f"/>
  </p:notesMasterIdLst>
  <p:sldIdLst>
    <p:sldId xmlns:r="http://schemas.openxmlformats.org/officeDocument/2006/relationships" id="256" r:id="R233332a396114098"/>
    <p:sldId xmlns:r="http://schemas.openxmlformats.org/officeDocument/2006/relationships" id="257" r:id="R238495c4ddb34b16"/>
    <p:sldId xmlns:r="http://schemas.openxmlformats.org/officeDocument/2006/relationships" id="258" r:id="R03ce17fdeb394ebf"/>
    <p:sldId xmlns:r="http://schemas.openxmlformats.org/officeDocument/2006/relationships" id="259" r:id="R46b8a6698f924ce7"/>
    <p:sldId xmlns:r="http://schemas.openxmlformats.org/officeDocument/2006/relationships" id="260" r:id="Rba6de78b9687421b"/>
    <p:sldId xmlns:r="http://schemas.openxmlformats.org/officeDocument/2006/relationships" id="261" r:id="Rf78333605675495f"/>
    <p:sldId xmlns:r="http://schemas.openxmlformats.org/officeDocument/2006/relationships" id="262" r:id="R708e51fb62bd4301"/>
    <p:sldId xmlns:r="http://schemas.openxmlformats.org/officeDocument/2006/relationships" id="263" r:id="Rcc5ddae745894aa5"/>
    <p:sldId xmlns:r="http://schemas.openxmlformats.org/officeDocument/2006/relationships" id="264" r:id="Rd4841e59388a4fd0"/>
    <p:sldId xmlns:r="http://schemas.openxmlformats.org/officeDocument/2006/relationships" id="265" r:id="R3f40120aa2a642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3d28664afd41d8" /><Relationship Type="http://schemas.openxmlformats.org/officeDocument/2006/relationships/slideMaster" Target="/ppt/slideMasters/slideMaster1.xml" Id="Rda85576d19d64eb8" /><Relationship Type="http://schemas.openxmlformats.org/officeDocument/2006/relationships/notesMaster" Target="/ppt/notesMasters/notesMaster1.xml" Id="R3e283c8ad7a64e3f" /><Relationship Type="http://schemas.openxmlformats.org/officeDocument/2006/relationships/presProps" Target="/ppt/presProps.xml" Id="R6437f6a7a866468d" /><Relationship Type="http://schemas.openxmlformats.org/officeDocument/2006/relationships/tableStyles" Target="/ppt/tableStyles.xml" Id="Rda56037d5db54270" /><Relationship Type="http://schemas.openxmlformats.org/officeDocument/2006/relationships/slide" Target="/ppt/slides/slide1.xml" Id="R233332a396114098" /><Relationship Type="http://schemas.openxmlformats.org/officeDocument/2006/relationships/slide" Target="/ppt/slides/slide2.xml" Id="R238495c4ddb34b16" /><Relationship Type="http://schemas.openxmlformats.org/officeDocument/2006/relationships/slide" Target="/ppt/slides/slide3.xml" Id="R03ce17fdeb394ebf" /><Relationship Type="http://schemas.openxmlformats.org/officeDocument/2006/relationships/slide" Target="/ppt/slides/slide4.xml" Id="R46b8a6698f924ce7" /><Relationship Type="http://schemas.openxmlformats.org/officeDocument/2006/relationships/slide" Target="/ppt/slides/slide5.xml" Id="Rba6de78b9687421b" /><Relationship Type="http://schemas.openxmlformats.org/officeDocument/2006/relationships/slide" Target="/ppt/slides/slide6.xml" Id="Rf78333605675495f" /><Relationship Type="http://schemas.openxmlformats.org/officeDocument/2006/relationships/slide" Target="/ppt/slides/slide7.xml" Id="R708e51fb62bd4301" /><Relationship Type="http://schemas.openxmlformats.org/officeDocument/2006/relationships/slide" Target="/ppt/slides/slide8.xml" Id="Rcc5ddae745894aa5" /><Relationship Type="http://schemas.openxmlformats.org/officeDocument/2006/relationships/slide" Target="/ppt/slides/slide9.xml" Id="Rd4841e59388a4fd0" /><Relationship Type="http://schemas.openxmlformats.org/officeDocument/2006/relationships/slide" Target="/ppt/slides/slide10.xml" Id="R3f40120aa2a642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1988fbe40145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0ae3924afd48d6" /><Relationship Type="http://schemas.openxmlformats.org/officeDocument/2006/relationships/notesMaster" Target="/ppt/notesMasters/notesMaster1.xml" Id="R0a2b7461019046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7430108b1742c7" /><Relationship Type="http://schemas.openxmlformats.org/officeDocument/2006/relationships/notesMaster" Target="/ppt/notesMasters/notesMaster1.xml" Id="Re6e7104f4a704a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95ce7b56ab455d" /><Relationship Type="http://schemas.openxmlformats.org/officeDocument/2006/relationships/notesMaster" Target="/ppt/notesMasters/notesMaster1.xml" Id="Rac05cfdb631f4e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ff561f520548d1" /><Relationship Type="http://schemas.openxmlformats.org/officeDocument/2006/relationships/notesMaster" Target="/ppt/notesMasters/notesMaster1.xml" Id="R0362032c9a8c4e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0a9d0bc699437e" /><Relationship Type="http://schemas.openxmlformats.org/officeDocument/2006/relationships/notesMaster" Target="/ppt/notesMasters/notesMaster1.xml" Id="Rd74851a0a51b46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1493f99e0d49db" /><Relationship Type="http://schemas.openxmlformats.org/officeDocument/2006/relationships/notesMaster" Target="/ppt/notesMasters/notesMaster1.xml" Id="R7acb08a759a94b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469c080bab460b" /><Relationship Type="http://schemas.openxmlformats.org/officeDocument/2006/relationships/notesMaster" Target="/ppt/notesMasters/notesMaster1.xml" Id="R043f70e89e794a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add218e43b416a" /><Relationship Type="http://schemas.openxmlformats.org/officeDocument/2006/relationships/notesMaster" Target="/ppt/notesMasters/notesMaster1.xml" Id="R2eca6edde83b4b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a817cff54244e0" /><Relationship Type="http://schemas.openxmlformats.org/officeDocument/2006/relationships/notesMaster" Target="/ppt/notesMasters/notesMaster1.xml" Id="Rd2b7939410ad45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5977618e194cbf" /><Relationship Type="http://schemas.openxmlformats.org/officeDocument/2006/relationships/notesMaster" Target="/ppt/notesMasters/notesMaster1.xml" Id="R01d1c30c54e242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 Presenta Thomas. El equipo real tiene cuatro integrantes, según Fase 1 y README. La pauta genérica indica 2–3; no se afirma una autorización docente sin documento de respaldo aportado. Responsabilidades registradas en Fase 1, metodología, y Diario Fase 2, pregunta 5. Todos exponen y pueden responder preguntas de cualquier parte. Fecha de corte 26/10/2026. La exposición contempla 15 minutos, más 5 minutos de demo y 5 de preguntas. Fuentes: pauta oficial, secciones 1 y 3; DOCX Fase 1 aportado por el estudiante.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 Presenta Axl. Cinco líneas resumen el problema, objetivo general, los cinco objetivos específicos y límites. OE4 conserva la formulación de interfaz o reporte, no declara PDF implementado. Fuente: Definición APT Fase 1, pp. 2–4; src/ios_auditor/services/, src/ios_auditor/api/, apps/streamlit/. No se implementa una LAN/WAN nueva ni administración automática.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1:45. Presenta Maikol. Cada fila responde a una de las tres fuentes del IE1. No se afirma una modificación del objetivo general. La retroalimentación figura en Avances-del-Proyecto/Fase-2.md, seguimiento 12/10; 2.4, Objetivos y Ajustes; 2.1, pregunta 2. La dificultad SSH se documenta en docs/registro-evaluacion-2-validacion.md y presentación realizada el 06/10. El facilitador se registra en la guía 2.4 y se materializa en los módulos aislados y PR #5 y #6. No existe un cálculo validado de semanas de impacto y no se inventa.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 Presenta Emilio. La metodología ya aparece en la Fase 1 y se mantiene en la guía 2.4, no se deriva solo de usar Git. Los registros por incremento, pruebas y merges prueban su aplicación. Referencia de modelo: NASA (2023, actualización 29 de junio), SWE-019 Software Life Cycle, sección The Standard Incremental Life Cycle. https://swehb.nasa.gov/spaces/7150/pages/16449735/SWE-019+-+Software+Life+Cycle. Se cita el modelo incremental, no una supuesta certificación ni aplicación completa del proceso NASA.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1:45. Presenta Thomas. Se conserva el plan original de ocho actividades, sin las 18 columnas pequeñas. Las barras azules representan exclusivamente los intervalos planificados: S1–2, S2–4, S5–7, S6–10, S9–12, S10–13, S11–15 y S14–18. Real muestra hitos verificables, NO duraciones ni fechas de término del trabajo. ≤12/10 significa evidencia ya documentada en la guía de ese corte; 26/10 es integración en main (PR #5 para la ampliación y la IA/UI básica; PR #6 para UX/UI). Validación y cierre siguen en curso. No se toma el primer commit como inicio de S1. Falta anclaje calendario de S1 y bitácora de inicio/término real por actividad: no se puede calcular atraso ni dibujar una Gantt real completa.</a:t>
            </a:r>
          </a:p>
          <a:p xmlns:a="http://schemas.openxmlformats.org/drawingml/2006/main">
            <a:r>
              <a:t/>
            </a:r>
          </a:p>
          <a:p xmlns:a="http://schemas.openxmlformats.org/drawingml/2006/main">
            <a:r>
              <a:t>MÉTODO DE CÁLCULO, CORTE 26/10: medición retrospectiva binaria de las cláusulas observables del objetivo original, con pesos iguales dentro de cada OE. Cumplimiento = 100 × cláusulas con evidencia / cláusulas del OE. No se otorgan puntos parciales ni se calculan promedios globales. La lista se declara en esta revisión, no es una ponderación original ni docente. OE1: arquitectura, alcance, seguridad y casos de uso = 4/4 = 100%. OE2: recolección y normalización, ambas para configuración y datos operacionales = 2/2 = 100%. OE3: diseño e implementación del catálogo determinista = 2/2 = 100%. OE4: integración en al menos una API/interfaz/reporte, evidencia y recomendaciones = 3/3 = 100% (el objetivo usa O, no exige PDF del producto). OE5: pruebas automatizadas, escenarios de laboratorio y resultados documentados = 3/3 = 100%, con evidencia histórica identificada, sin declarar nueva validación final.</a:t>
            </a:r>
          </a:p>
          <a:p xmlns:a="http://schemas.openxmlformats.org/drawingml/2006/main">
            <a:r>
              <a:t/>
            </a:r>
          </a:p>
          <a:p xmlns:a="http://schemas.openxmlformats.org/drawingml/2006/main">
            <a:r>
              <a:t>Los cinco objetivos originales tienen formulación de capacidades mínimas del prototipo. Por eso todos alcanzan 100% bajo esta definición, aunque queden ensayo final, seguimiento temporal, cierre académico, persistencia y reportes futuros. No significa 100% del proyecto, de horas, calidad productiva, cobertura IOS ni aceptación final de la docente. Fuentes y 14 cláusulas en informe v2, sección 3 y Anexo D. Evidencias: arquitectura.md, README técnico, collectors/parsers/rules, API y UI, tests y registros de validación, capturas aportadas; commit 4e0d40f.</a:t>
            </a:r>
          </a:p>
          <a:p xmlns:a="http://schemas.openxmlformats.org/drawingml/2006/main">
            <a:r>
              <a:t/>
            </a:r>
          </a:p>
          <a:p xmlns:a="http://schemas.openxmlformats.org/drawingml/2006/main">
            <a:r>
              <a:t>Desviaciones/causas: se priorizó UI/IA antes de la persistencia prevista en el plan incremental, documentado por los registros de integración. El KEX del laboratorio y la integración por contratos están registrados como dificultades. No hay datos para atribuirles una cantidad de días de retraso. La falta de una bitácora consolidada deja abierta la comparación temporal real exigida por la pauta. El 65% del 06/10 no se reutiliza.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2:00. Presenta Axl. El flujo principal ahora es vertical y continuo, con nueve nodos. Los ocho CommandEvidence se conservan antes de parsing, con fuente, fecha, execution_id y hash. CiscoConfParse y TextFSM producen contextos tipados e inmutables. Se ejecutan 14 reglas de configuración y siete operacionales. RuleEvaluation conserva todos los estados; solo FAIL crea Findings. FastAPI serializa la salida pública sanitizada y Streamlit consume al backend. El modo archivo entra al parsing de configuración y ejecuta 14 reglas; no abre SSH.</a:t>
            </a:r>
          </a:p>
          <a:p xmlns:a="http://schemas.openxmlformats.org/drawingml/2006/main">
            <a:r>
              <a:t/>
            </a:r>
          </a:p>
          <a:p xmlns:a="http://schemas.openxmlformats.org/drawingml/2006/main">
            <a:r>
              <a:t>La flecha secundaria nace exactamente en Findings, después del motor. Sanitización genera un snapshot mínimo, el cliente de FastAPI llama a OmniRoute y este a Gemini (Google AI Studio), modelo validado gemini/gemini-3.5-flash-lite. La explicación vuelve al backend: JSON y referencias validados por Pydantic, y recién entonces Streamlit la muestra. El dibujo no concede a Streamlit acceso directo al proveedor. La rama es opcional y no sustituye el flujo principal. La IA no abre SSH, no cambia rule_id, severity, RuleStatus, evidence ni Findings y no aplica configuraciones.</a:t>
            </a:r>
          </a:p>
          <a:p xmlns:a="http://schemas.openxmlformats.org/drawingml/2006/main">
            <a:r>
              <a:t/>
            </a:r>
          </a:p>
          <a:p xmlns:a="http://schemas.openxmlformats.org/drawingml/2006/main">
            <a:r>
              <a:t>Fuentes: src/ios_auditor/collectors/netmiko_collector.py, parsers/, services/full_device_analysis.py, rules/, api/, ai/ y ui/; docs/arquitectura.md y registro-validacion-final-ia.md; informe v2 sección 4. No se modificó arquitectura ni código.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Exposición 0:30 y cinco minutos exclusivos de demo. Ambiente del ensayo ya registrado el 26/10: Windows, Python 3.13, FastAPI y Streamlit 1.66.1. Una sola captura grande sustituye las dos miniaturas; pertenece al ensayo de archivo del 26/10, 14 evaluaciones y 12 Findings. Es respaldo, no sustituye la demo.</a:t>
            </a:r>
          </a:p>
          <a:p xmlns:a="http://schemas.openxmlformats.org/drawingml/2006/main">
            <a:r>
              <a:t/>
            </a:r>
          </a:p>
          <a:p xmlns:a="http://schemas.openxmlformats.org/drawingml/2006/main">
            <a:r>
              <a:t>GUION CON IA, SOLO TRAS REVALIDACIÓN REAL APORTADA POR EL ESTUDIANTE: 0:00–0:45 Emilio analiza samples/evaluacion_2/escenario_inseguro.cfg en UI; 0:45–1:30 Thomas muestra 14 evaluaciones y 12 Findings; 1:30–2:15 Maikol abre IOS-AUTH-003, HIGH, recomendación y evidencia; 2:15–3:15 Axl solicita explicación al backend; 3:15–4:30 Emilio pregunta «¿Cuál es el hallazgo que debería revisar primero y por qué?» y contrasta respuesta con Findings; 4:30–5:00 revisar invariantes y aceptar una prueba adicional segura del motor. No presentar como real una respuesta de una captura. Antes de exponer, el estudiante debe validar de nuevo que la configuración real y el proveedor respondan. Esta revisión no ejecutó inferencia ni cambió configuración.</a:t>
            </a:r>
          </a:p>
          <a:p xmlns:a="http://schemas.openxmlformats.org/drawingml/2006/main">
            <a:r>
              <a:t/>
            </a:r>
          </a:p>
          <a:p xmlns:a="http://schemas.openxmlformats.org/drawingml/2006/main">
            <a:r>
              <a:t>ESTADO DE LA EVIDENCIA: registro técnico 25/10: inferencia real Gemini, 21 evaluaciones y 17 Findings de fixtures integrales, explicación HTTP 200 (7,242s), conversación HTTP 200 (8,318s), prioridad IOS-ADM-001 y resultados inmutables. Es un escenario diferente del archivo de 14/12 y de las capturas aportadas con 21 evaluaciones y tres Findings. Las capturas del estudiante muestran explicación y conversación en la UI refinada, sin que su etiqueta de modelo baste para descubrir el upstream activo. No se recibió un nuevo registro posterior para esta revisión y no se afirma una inferencia nueva.</a:t>
            </a:r>
          </a:p>
          <a:p xmlns:a="http://schemas.openxmlformats.org/drawingml/2006/main">
            <a:r>
              <a:t/>
            </a:r>
          </a:p>
          <a:p xmlns:a="http://schemas.openxmlformats.org/drawingml/2006/main">
            <a:r>
              <a:t>SI NO HAY REVALIDACIÓN: demostrar en vivo análisis, resultados y evidencia, y declarar que la parte IA solo cuenta con evidencia previa. No simular una respuesta ni decir que los cinco pasos se completaron hoy. AI_DISABLED del ensayo 26/10 y AI_GATEWAY_UNAVAILABLE de la validación 25/10 quedan como resiliencia/respaldo, fuera del guion principal de IA. En la prueba 26/10 el DTO permaneció idéntico; no fue una caída de Google.</a:t>
            </a:r>
          </a:p>
          <a:p xmlns:a="http://schemas.openxmlformats.org/drawingml/2006/main">
            <a:r>
              <a:t/>
            </a:r>
          </a:p>
          <a:p xmlns:a="http://schemas.openxmlformats.org/drawingml/2006/main">
            <a:r>
              <a:t>La campaña 63/63 significa literalmente tres escenarios sintéticos por 21 reglas, no 63 pruebas contra un router. Puede ejecutarse como prueba adicional: .venv/Scripts/python.exe scripts/evaluacion_2/run_validation_scenarios.py --summary-only. Resultado previo 63 coincidencias, cero diferencias. La suite ordinaria registró 815 passed y no consume IA ni abre SSH. No abrir nuevas sesiones SSH sin laboratorio autorizado y datos introducidos privadamente. Fuentes: registro-validacion-final-ia.md, evidencias-ai/validacion-gemini.json, live_verification.json, capturas aportadas e informe v2 sección 5 y anexos B/C.</a:t>
            </a:r>
          </a:p>
          <a:p xmlns:a="http://schemas.openxmlformats.org/drawingml/2006/main">
            <a:r>
              <a:t/>
            </a:r>
          </a:p>
          <a:p xmlns:a="http://schemas.openxmlformats.org/drawingml/2006/main">
            <a:r>
              <a:t/>
            </a:r>
          </a:p>
          <a:p xmlns:a="http://schemas.openxmlformats.org/drawingml/2006/main">
            <a:r>
              <a:t>Tabla visible añadida en v3: archivo inseguro, esperado 14 evaluaciones y 12 Findings, obtenido 14/12 en el ensayo ya registrado del 26/10. Tres escenarios integrales offline, esperado 63 coincidencias, obtenido 63/63. Los rótulos de la tabla se muestran completos; el detalle integral es tres escenarios por 21 reglas y fuentes sintéticas. La tabla reutiliza resultados respaldados, no una ejecución nueva. La captura, las cinco acciones del guion y la evidencia histórica de IA del 25/10 se conservan. La IA debe revalidarse antes de exponer.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 Presenta Maikol. La seguridad se demuestra mediante política read-only, comandos permitidos, tratamiento de credenciales transitorias, evidencia mínima redactada y aislamiento del modelo. SHA-256 demuestra integridad, no cifra la evidencia. Sanitización conservadora y Pydantic no garantizan que toda prosa generada sea correcta: sigue siendo una explicación que requiere revisión humana. Tendencias pertinentes: automatización del análisis y explicación generativa. No se declaran QoS, alta disponibilidad, SD-WAN, AAA empresarial, RAG, agentes ni herramientas de configuración. Evidencia: collectors/netmiko_collector.py, tests/unit/test_ai_sanitization.py, test_ai_client_service.py, test_full_device_api_contracts.py y test_ui_ux_refinement.py; verificación actual AI_DISABLED con DTO idéntico. La resiliencia por caída física de OmniRoute está documentada en el registro UX/UI anterior del 26/10, no se repitió hoy.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1:45. Presenta Maikol. Se conservan exactamente los tres indicadores pertinentes y sus estados, con jerarquía visual compacta y estados destacados. Los títulos de celda son abreviaciones para proyección, no nuevas competencias. Formulaciones de la pauta: 2.3 incorpora tecnologías emergentes mediante automatización; 4.1 presenta una solución con políticas de seguridad; 5.1 diseña una solución de redes y telecomunicaciones con tendencias tecnológicas. Evidencias completas en informe sección 6.</a:t>
            </a:r>
          </a:p>
          <a:p xmlns:a="http://schemas.openxmlformats.org/drawingml/2006/main">
            <a:r>
              <a:t/>
            </a:r>
          </a:p>
          <a:p xmlns:a="http://schemas.openxmlformats.org/drawingml/2006/main">
            <a:r>
              <a:t>2.3: 21 reglas deterministas, campaña sintética de tres escenarios, 63 coincidencias y cero diferencias. 4.1: lista blanca SSH, DTO público sanitizado, snapshot IA mínimo, pruebas de invariancia, 815 tests aprobados documentados; no significa certificación de seguridad ni implementación de AAA/QoS. 5.1: registro Gemini real del 25/10 y JSON, explicación y chat integrados; capturas anteriores aportadas complementan la evidencia. No se declara una nueva inferencia en esta revisión. Los 100% de la slide 5 usan cláusulas mínimas de objetivos, no estos indicadores ni calificaciones docentes.</a:t>
            </a:r>
          </a:p>
          <a:p xmlns:a="http://schemas.openxmlformats.org/drawingml/2006/main">
            <a:r>
              <a:t/>
            </a:r>
          </a:p>
          <a:p xmlns:a="http://schemas.openxmlformats.org/drawingml/2006/main">
            <a:r>
              <a:t>No se declara cumplimiento de indicadores ajenos (nueva LAN/WAN, QoS, monitoreo continuo). Estados: logrado para el alcance del prototipo, sin garantizar una nota o disponibilidad actual del proveedor.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2:15. Presenta Emilio, seguido de una conclusión breve en inglés por cada integrante. Próximos pasos alcanzables: consolidar documentación y calendario real, preparar servicios/credenciales privadas para el ensayo, cerrar evidencias y corregir defectos. Persistencia relacional, PDF final y autenticación multiusuario continúan fuera del cierre actual; no se prometen como desarrollos a completar sin fecha y alcance aprobados. El documento de avance debe reflejar la misma versión y distinguir pruebas actuales, fuentes sintéticas y validación histórica. El bloque de preguntas dispone de cinco minutos adicionales. La conclusión de cada integrante es una reflexión técnica para la exposición, no una afirmación de autoría individual del código.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d5056d7b6947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f1a5ac7dec4d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0403886b4041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5c926c61d94f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5e2880a02d44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19fc5d63f847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E110BA-AC1A-42FA-ACB3-C67AC3ECD1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E1DEA8-3508-4FFB-A04A-571C81D0DD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9EE56E-88A9-47A8-8131-E28FD2D357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0C77B4-5478-4898-9A9D-9AD97B3795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2E02D8-76E1-4121-986A-315CBFE5CA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46330C-FAE3-4CD1-9C46-330E2F1E28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31F0D-6231-4A3F-AEB3-B52FA0B07E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41B061-8285-4CC3-821C-27EE939290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5C964E-DA9C-4727-B358-BA9BDCB3EF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87AC20-632F-4D41-A1DB-CD11E66CE9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4de4b9c5544267" /><Relationship Type="http://schemas.openxmlformats.org/officeDocument/2006/relationships/slideLayout" Target="/ppt/slideLayouts/slideLayout1.xml" Id="R96a22df14a3a4ca1" /><Relationship Type="http://schemas.openxmlformats.org/officeDocument/2006/relationships/slideLayout" Target="/ppt/slideLayouts/slideLayout2.xml" Id="Re2194ac107cd4a0f" /><Relationship Type="http://schemas.openxmlformats.org/officeDocument/2006/relationships/slideLayout" Target="/ppt/slideLayouts/slideLayout3.xml" Id="Raac6327b5f8f4f68" /><Relationship Type="http://schemas.openxmlformats.org/officeDocument/2006/relationships/slideLayout" Target="/ppt/slideLayouts/slideLayout4.xml" Id="R7ce61a065e614109" /><Relationship Type="http://schemas.openxmlformats.org/officeDocument/2006/relationships/slideLayout" Target="/ppt/slideLayouts/slideLayout5.xml" Id="R8880966f39e34fd9" /><Relationship Type="http://schemas.openxmlformats.org/officeDocument/2006/relationships/slideLayout" Target="/ppt/slideLayouts/slideLayout6.xml" Id="R87cb243c07684d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a22df14a3a4ca1"/>
    <p:sldLayoutId xmlns:r="http://schemas.openxmlformats.org/officeDocument/2006/relationships" id="2147483650" r:id="Re2194ac107cd4a0f"/>
    <p:sldLayoutId xmlns:r="http://schemas.openxmlformats.org/officeDocument/2006/relationships" id="2147483651" r:id="Raac6327b5f8f4f68"/>
    <p:sldLayoutId xmlns:r="http://schemas.openxmlformats.org/officeDocument/2006/relationships" id="2147483652" r:id="R7ce61a065e614109"/>
    <p:sldLayoutId xmlns:r="http://schemas.openxmlformats.org/officeDocument/2006/relationships" id="2147483653" r:id="R8880966f39e34fd9"/>
    <p:sldLayoutId xmlns:r="http://schemas.openxmlformats.org/officeDocument/2006/relationships" id="2147483654" r:id="R87cb243c07684d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37288b54af47d8" /><Relationship Type="http://schemas.openxmlformats.org/officeDocument/2006/relationships/notesSlide" Target="/ppt/notesSlides/notesSlide1.xml" Id="Re1676af2458343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1b89ae5fee4ee1" /><Relationship Type="http://schemas.openxmlformats.org/officeDocument/2006/relationships/notesSlide" Target="/ppt/notesSlides/notesSlide2.xml" Id="R64154028ffc94d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686f9451c64d5f" /><Relationship Type="http://schemas.openxmlformats.org/officeDocument/2006/relationships/notesSlide" Target="/ppt/notesSlides/notesSlide3.xml" Id="Reeb9ab541a1546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db42e51ffb4b17" /><Relationship Type="http://schemas.openxmlformats.org/officeDocument/2006/relationships/notesSlide" Target="/ppt/notesSlides/notesSlide4.xml" Id="Rde9a4ab3bf2c47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0d5ffa72814214" /><Relationship Type="http://schemas.openxmlformats.org/officeDocument/2006/relationships/notesSlide" Target="/ppt/notesSlides/notesSlide5.xml" Id="R08a2bc47b5e842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535dc8213e4e9f" /><Relationship Type="http://schemas.openxmlformats.org/officeDocument/2006/relationships/notesSlide" Target="/ppt/notesSlides/notesSlide6.xml" Id="Ref6cb1c9f6434a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25ca79aa974b6a" /><Relationship Type="http://schemas.openxmlformats.org/officeDocument/2006/relationships/image" Target="/ppt/media/image.jpeg" Id="R54c014a870a34a37" /><Relationship Type="http://schemas.openxmlformats.org/officeDocument/2006/relationships/notesSlide" Target="/ppt/notesSlides/notesSlide7.xml" Id="R725bd29afcde4d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0d1c7075c9473c" /><Relationship Type="http://schemas.openxmlformats.org/officeDocument/2006/relationships/notesSlide" Target="/ppt/notesSlides/notesSlide8.xml" Id="R09a0e5bc79664a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6bd6724c4af4a96" /><Relationship Type="http://schemas.openxmlformats.org/officeDocument/2006/relationships/notesSlide" Target="/ppt/notesSlides/notesSlide9.xml" Id="R5925081a76974c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db957fc10e84d0b" /><Relationship Type="http://schemas.openxmlformats.org/officeDocument/2006/relationships/notesSlide" Target="/ppt/notesSlides/notesSlide10.xml" Id="R554f0a48f5bd4cf9" /></Relationships>
</file>

<file path=ppt/slides/slide1.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9FD0BF72-04D8-4796-B1CB-1B4D8C76EBD5}"/>
              </a:ext>
            </a:extLst>
          </p:cNvPr>
          <p:cNvSpPr>
            <a:spLocks xmlns:a="http://schemas.openxmlformats.org/drawingml/2006/main" noGrp="1"/>
          </p:cNvSpPr>
          <p:nvPr/>
        </p:nvSpPr>
        <p:spPr>
          <a:xfrm xmlns:a="http://schemas.openxmlformats.org/drawingml/2006/main">
            <a:off x="609600" y="781050"/>
            <a:ext cx="571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A5B6CD"/>
                </a:solidFill>
              </a:defRPr>
            </a:defPPr>
            <a:lvl1pPr>
              <a:defRPr sz="1200" b="1">
                <a:solidFill>
                  <a:srgbClr val="A5B6CD"/>
                </a:solidFill>
              </a:defRPr>
            </a:lvl1pPr>
            <a:lvl2pPr>
              <a:defRPr sz="1200" b="1">
                <a:solidFill>
                  <a:srgbClr val="A5B6CD"/>
                </a:solidFill>
              </a:defRPr>
            </a:lvl2pPr>
            <a:lvl3pPr>
              <a:defRPr sz="1200" b="1">
                <a:solidFill>
                  <a:srgbClr val="A5B6CD"/>
                </a:solidFill>
              </a:defRPr>
            </a:lvl3pPr>
            <a:lvl4pPr>
              <a:defRPr sz="1200" b="1">
                <a:solidFill>
                  <a:srgbClr val="A5B6CD"/>
                </a:solidFill>
              </a:defRPr>
            </a:lvl4pPr>
            <a:lvl5pPr>
              <a:defRPr sz="1200" b="1">
                <a:solidFill>
                  <a:srgbClr val="A5B6CD"/>
                </a:solidFill>
              </a:defRPr>
            </a:lvl5pPr>
            <a:lvl6pPr>
              <a:defRPr sz="1200" b="1">
                <a:solidFill>
                  <a:srgbClr val="A5B6CD"/>
                </a:solidFill>
              </a:defRPr>
            </a:lvl6pPr>
            <a:lvl7pPr>
              <a:defRPr sz="1200" b="1">
                <a:solidFill>
                  <a:srgbClr val="A5B6CD"/>
                </a:solidFill>
              </a:defRPr>
            </a:lvl7pPr>
            <a:lvl8pPr>
              <a:defRPr sz="1200" b="1">
                <a:solidFill>
                  <a:srgbClr val="A5B6CD"/>
                </a:solidFill>
              </a:defRPr>
            </a:lvl8pPr>
            <a:lvl9pPr>
              <a:defRPr sz="1200" b="1">
                <a:solidFill>
                  <a:srgbClr val="A5B6CD"/>
                </a:solidFill>
              </a:defRPr>
            </a:lvl9pPr>
          </a:lstStyle>
          <a:p xmlns:a="http://schemas.openxmlformats.org/drawingml/2006/main">
            <a:pPr>
              <a:defRPr sz="1200" b="1">
                <a:solidFill>
                  <a:srgbClr val="A5B6CD"/>
                </a:solidFill>
              </a:defRPr>
            </a:pPr>
            <a:r>
              <a:rPr sz="1200" b="1">
                <a:solidFill>
                  <a:srgbClr val="A5B6CD"/>
                </a:solidFill>
              </a:rPr>
              <a:t>Portada y equipo</a:t>
            </a:r>
          </a:p>
        </p:txBody>
      </p:sp>
      <p:sp>
        <p:nvSpPr>
          <p:cNvPr id="3" name="pagina">
            <a:extLst xmlns:a="http://schemas.openxmlformats.org/drawingml/2006/main">
              <a:ext uri="{FF2B5EF4-FFF2-40B4-BE49-F238E27FC236}">
                <a16:creationId xmlns:a16="http://schemas.microsoft.com/office/drawing/2014/main" id="{C1E36371-B2CB-463C-80CD-CFF1A51FBC11}"/>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01/10</a:t>
            </a:r>
          </a:p>
        </p:txBody>
      </p:sp>
      <p:sp>
        <p:nvSpPr>
          <p:cNvPr id="4" name="node-0">
            <a:extLst xmlns:a="http://schemas.openxmlformats.org/drawingml/2006/main">
              <a:ext uri="{FF2B5EF4-FFF2-40B4-BE49-F238E27FC236}">
                <a16:creationId xmlns:a16="http://schemas.microsoft.com/office/drawing/2014/main" id="{6DF8F9BE-0085-4979-9B1E-8301D866FAC5}"/>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1">
            <a:extLst xmlns:a="http://schemas.openxmlformats.org/drawingml/2006/main">
              <a:ext uri="{FF2B5EF4-FFF2-40B4-BE49-F238E27FC236}">
                <a16:creationId xmlns:a16="http://schemas.microsoft.com/office/drawing/2014/main" id="{943456A1-87F4-498C-800F-7984FAF0B1D7}"/>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2">
            <a:extLst xmlns:a="http://schemas.openxmlformats.org/drawingml/2006/main">
              <a:ext uri="{FF2B5EF4-FFF2-40B4-BE49-F238E27FC236}">
                <a16:creationId xmlns:a16="http://schemas.microsoft.com/office/drawing/2014/main" id="{F5CAF359-B695-44C6-AFF5-73A693837E05}"/>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3">
            <a:extLst xmlns:a="http://schemas.openxmlformats.org/drawingml/2006/main">
              <a:ext uri="{FF2B5EF4-FFF2-40B4-BE49-F238E27FC236}">
                <a16:creationId xmlns:a16="http://schemas.microsoft.com/office/drawing/2014/main" id="{20538B4E-F07B-4F5E-9CE5-E0754055B346}"/>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4">
            <a:extLst xmlns:a="http://schemas.openxmlformats.org/drawingml/2006/main">
              <a:ext uri="{FF2B5EF4-FFF2-40B4-BE49-F238E27FC236}">
                <a16:creationId xmlns:a16="http://schemas.microsoft.com/office/drawing/2014/main" id="{CB8C7D62-3882-4DA4-B691-A1EDC05ECB2E}"/>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010F22BD-4EEE-4D26-8573-9B5EE0F1235D}"/>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5">
            <a:extLst xmlns:a="http://schemas.openxmlformats.org/drawingml/2006/main">
              <a:ext uri="{FF2B5EF4-FFF2-40B4-BE49-F238E27FC236}">
                <a16:creationId xmlns:a16="http://schemas.microsoft.com/office/drawing/2014/main" id="{A0A5FD88-987B-463E-8501-E3A24F3603C4}"/>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7AA226FE-8675-499D-A5A1-AE9E7CD62DF0}"/>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6">
            <a:extLst xmlns:a="http://schemas.openxmlformats.org/drawingml/2006/main">
              <a:ext uri="{FF2B5EF4-FFF2-40B4-BE49-F238E27FC236}">
                <a16:creationId xmlns:a16="http://schemas.microsoft.com/office/drawing/2014/main" id="{4D098547-F84A-49D1-BA29-0251AC654F7D}"/>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producto">
            <a:extLst xmlns:a="http://schemas.openxmlformats.org/drawingml/2006/main">
              <a:ext uri="{FF2B5EF4-FFF2-40B4-BE49-F238E27FC236}">
                <a16:creationId xmlns:a16="http://schemas.microsoft.com/office/drawing/2014/main" id="{5BE551E9-893A-4A65-B0F1-322831744D53}"/>
              </a:ext>
            </a:extLst>
          </p:cNvPr>
          <p:cNvSpPr>
            <a:spLocks xmlns:a="http://schemas.openxmlformats.org/drawingml/2006/main" noGrp="1"/>
          </p:cNvSpPr>
          <p:nvPr/>
        </p:nvSpPr>
        <p:spPr>
          <a:xfrm xmlns:a="http://schemas.openxmlformats.org/drawingml/2006/main">
            <a:off x="609600" y="1409700"/>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500" b="1">
                <a:solidFill>
                  <a:srgbClr val="E8EEF7"/>
                </a:solidFill>
              </a:defRPr>
            </a:defPPr>
            <a:lvl1pPr algn="l">
              <a:defRPr sz="4500" b="1">
                <a:solidFill>
                  <a:srgbClr val="E8EEF7"/>
                </a:solidFill>
              </a:defRPr>
            </a:lvl1pPr>
            <a:lvl2pPr algn="l">
              <a:defRPr sz="4500" b="1">
                <a:solidFill>
                  <a:srgbClr val="E8EEF7"/>
                </a:solidFill>
              </a:defRPr>
            </a:lvl2pPr>
            <a:lvl3pPr algn="l">
              <a:defRPr sz="4500" b="1">
                <a:solidFill>
                  <a:srgbClr val="E8EEF7"/>
                </a:solidFill>
              </a:defRPr>
            </a:lvl3pPr>
            <a:lvl4pPr algn="l">
              <a:defRPr sz="4500" b="1">
                <a:solidFill>
                  <a:srgbClr val="E8EEF7"/>
                </a:solidFill>
              </a:defRPr>
            </a:lvl4pPr>
            <a:lvl5pPr algn="l">
              <a:defRPr sz="4500" b="1">
                <a:solidFill>
                  <a:srgbClr val="E8EEF7"/>
                </a:solidFill>
              </a:defRPr>
            </a:lvl5pPr>
            <a:lvl6pPr algn="l">
              <a:defRPr sz="4500" b="1">
                <a:solidFill>
                  <a:srgbClr val="E8EEF7"/>
                </a:solidFill>
              </a:defRPr>
            </a:lvl6pPr>
            <a:lvl7pPr algn="l">
              <a:defRPr sz="4500" b="1">
                <a:solidFill>
                  <a:srgbClr val="E8EEF7"/>
                </a:solidFill>
              </a:defRPr>
            </a:lvl7pPr>
            <a:lvl8pPr algn="l">
              <a:defRPr sz="4500" b="1">
                <a:solidFill>
                  <a:srgbClr val="E8EEF7"/>
                </a:solidFill>
              </a:defRPr>
            </a:lvl8pPr>
            <a:lvl9pPr algn="l">
              <a:defRPr sz="4500" b="1">
                <a:solidFill>
                  <a:srgbClr val="E8EEF7"/>
                </a:solidFill>
              </a:defRPr>
            </a:lvl9pPr>
          </a:lstStyle>
          <a:p xmlns:a="http://schemas.openxmlformats.org/drawingml/2006/main">
            <a:pPr algn="l">
              <a:defRPr sz="4500" b="1">
                <a:solidFill>
                  <a:srgbClr val="E8EEF7"/>
                </a:solidFill>
              </a:defRPr>
            </a:pPr>
            <a:r>
              <a:rPr sz="4500" b="1">
                <a:solidFill>
                  <a:srgbClr val="E8EEF7"/>
                </a:solidFill>
              </a:rPr>
              <a:t>NetAudit</a:t>
            </a:r>
          </a:p>
        </p:txBody>
      </p:sp>
      <p:sp>
        <p:nvSpPr>
          <p:cNvPr id="14" name="subtitulo">
            <a:extLst xmlns:a="http://schemas.openxmlformats.org/drawingml/2006/main">
              <a:ext uri="{FF2B5EF4-FFF2-40B4-BE49-F238E27FC236}">
                <a16:creationId xmlns:a16="http://schemas.microsoft.com/office/drawing/2014/main" id="{9F2A94EB-E3FA-4F66-951B-FFF6AA743A70}"/>
              </a:ext>
            </a:extLst>
          </p:cNvPr>
          <p:cNvSpPr>
            <a:spLocks xmlns:a="http://schemas.openxmlformats.org/drawingml/2006/main" noGrp="1"/>
          </p:cNvSpPr>
          <p:nvPr/>
        </p:nvSpPr>
        <p:spPr>
          <a:xfrm xmlns:a="http://schemas.openxmlformats.org/drawingml/2006/main">
            <a:off x="609600" y="22764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E8EEF7"/>
                </a:solidFill>
              </a:defRPr>
            </a:defPPr>
            <a:lvl1pPr algn="l">
              <a:defRPr sz="2100" b="0">
                <a:solidFill>
                  <a:srgbClr val="E8EEF7"/>
                </a:solidFill>
              </a:defRPr>
            </a:lvl1pPr>
            <a:lvl2pPr algn="l">
              <a:defRPr sz="2100" b="0">
                <a:solidFill>
                  <a:srgbClr val="E8EEF7"/>
                </a:solidFill>
              </a:defRPr>
            </a:lvl2pPr>
            <a:lvl3pPr algn="l">
              <a:defRPr sz="2100" b="0">
                <a:solidFill>
                  <a:srgbClr val="E8EEF7"/>
                </a:solidFill>
              </a:defRPr>
            </a:lvl3pPr>
            <a:lvl4pPr algn="l">
              <a:defRPr sz="2100" b="0">
                <a:solidFill>
                  <a:srgbClr val="E8EEF7"/>
                </a:solidFill>
              </a:defRPr>
            </a:lvl4pPr>
            <a:lvl5pPr algn="l">
              <a:defRPr sz="2100" b="0">
                <a:solidFill>
                  <a:srgbClr val="E8EEF7"/>
                </a:solidFill>
              </a:defRPr>
            </a:lvl5pPr>
            <a:lvl6pPr algn="l">
              <a:defRPr sz="2100" b="0">
                <a:solidFill>
                  <a:srgbClr val="E8EEF7"/>
                </a:solidFill>
              </a:defRPr>
            </a:lvl6pPr>
            <a:lvl7pPr algn="l">
              <a:defRPr sz="2100" b="0">
                <a:solidFill>
                  <a:srgbClr val="E8EEF7"/>
                </a:solidFill>
              </a:defRPr>
            </a:lvl7pPr>
            <a:lvl8pPr algn="l">
              <a:defRPr sz="2100" b="0">
                <a:solidFill>
                  <a:srgbClr val="E8EEF7"/>
                </a:solidFill>
              </a:defRPr>
            </a:lvl8pPr>
            <a:lvl9pPr algn="l">
              <a:defRPr sz="2100" b="0">
                <a:solidFill>
                  <a:srgbClr val="E8EEF7"/>
                </a:solidFill>
              </a:defRPr>
            </a:lvl9pPr>
          </a:lstStyle>
          <a:p xmlns:a="http://schemas.openxmlformats.org/drawingml/2006/main">
            <a:pPr algn="l">
              <a:defRPr sz="2100" b="0">
                <a:solidFill>
                  <a:srgbClr val="E8EEF7"/>
                </a:solidFill>
              </a:defRPr>
            </a:pPr>
            <a:r>
              <a:rPr sz="2100" b="0">
                <a:solidFill>
                  <a:srgbClr val="E8EEF7"/>
                </a:solidFill>
              </a:rPr>
              <a:t>Auditor de configuraciones</a:t>
            </a:r>
          </a:p>
          <a:p xmlns:a="http://schemas.openxmlformats.org/drawingml/2006/main">
            <a:pPr algn="l">
              <a:defRPr sz="2100" b="0">
                <a:solidFill>
                  <a:srgbClr val="E8EEF7"/>
                </a:solidFill>
              </a:defRPr>
            </a:pPr>
            <a:r>
              <a:rPr sz="2100" b="0">
                <a:solidFill>
                  <a:srgbClr val="E8EEF7"/>
                </a:solidFill>
              </a:rPr>
              <a:t>Cisco IOS/IOS XE</a:t>
            </a:r>
          </a:p>
        </p:txBody>
      </p:sp>
      <p:sp>
        <p:nvSpPr>
          <p:cNvPr id="15" name="principio">
            <a:extLst xmlns:a="http://schemas.openxmlformats.org/drawingml/2006/main">
              <a:ext uri="{FF2B5EF4-FFF2-40B4-BE49-F238E27FC236}">
                <a16:creationId xmlns:a16="http://schemas.microsoft.com/office/drawing/2014/main" id="{7CAAA235-6847-4E12-A0F9-A84A1ABF20F8}"/>
              </a:ext>
            </a:extLst>
          </p:cNvPr>
          <p:cNvSpPr>
            <a:spLocks xmlns:a="http://schemas.openxmlformats.org/drawingml/2006/main" noGrp="1"/>
          </p:cNvSpPr>
          <p:nvPr/>
        </p:nvSpPr>
        <p:spPr>
          <a:xfrm xmlns:a="http://schemas.openxmlformats.org/drawingml/2006/main">
            <a:off x="609600" y="32480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B6CD"/>
                </a:solidFill>
              </a:defRPr>
            </a:defPPr>
            <a:lvl1pPr algn="l">
              <a:defRPr sz="1800" b="0">
                <a:solidFill>
                  <a:srgbClr val="A5B6CD"/>
                </a:solidFill>
              </a:defRPr>
            </a:lvl1pPr>
            <a:lvl2pPr algn="l">
              <a:defRPr sz="1800" b="0">
                <a:solidFill>
                  <a:srgbClr val="A5B6CD"/>
                </a:solidFill>
              </a:defRPr>
            </a:lvl2pPr>
            <a:lvl3pPr algn="l">
              <a:defRPr sz="1800" b="0">
                <a:solidFill>
                  <a:srgbClr val="A5B6CD"/>
                </a:solidFill>
              </a:defRPr>
            </a:lvl3pPr>
            <a:lvl4pPr algn="l">
              <a:defRPr sz="1800" b="0">
                <a:solidFill>
                  <a:srgbClr val="A5B6CD"/>
                </a:solidFill>
              </a:defRPr>
            </a:lvl4pPr>
            <a:lvl5pPr algn="l">
              <a:defRPr sz="1800" b="0">
                <a:solidFill>
                  <a:srgbClr val="A5B6CD"/>
                </a:solidFill>
              </a:defRPr>
            </a:lvl5pPr>
            <a:lvl6pPr algn="l">
              <a:defRPr sz="1800" b="0">
                <a:solidFill>
                  <a:srgbClr val="A5B6CD"/>
                </a:solidFill>
              </a:defRPr>
            </a:lvl6pPr>
            <a:lvl7pPr algn="l">
              <a:defRPr sz="1800" b="0">
                <a:solidFill>
                  <a:srgbClr val="A5B6CD"/>
                </a:solidFill>
              </a:defRPr>
            </a:lvl7pPr>
            <a:lvl8pPr algn="l">
              <a:defRPr sz="1800" b="0">
                <a:solidFill>
                  <a:srgbClr val="A5B6CD"/>
                </a:solidFill>
              </a:defRPr>
            </a:lvl8pPr>
            <a:lvl9pPr algn="l">
              <a:defRPr sz="1800" b="0">
                <a:solidFill>
                  <a:srgbClr val="A5B6CD"/>
                </a:solidFill>
              </a:defRPr>
            </a:lvl9pPr>
          </a:lstStyle>
          <a:p xmlns:a="http://schemas.openxmlformats.org/drawingml/2006/main">
            <a:pPr algn="l">
              <a:defRPr sz="1800" b="0">
                <a:solidFill>
                  <a:srgbClr val="A5B6CD"/>
                </a:solidFill>
              </a:defRPr>
            </a:pPr>
            <a:r>
              <a:rPr sz="1800" b="0">
                <a:solidFill>
                  <a:srgbClr val="A5B6CD"/>
                </a:solidFill>
              </a:rPr>
              <a:t>Las reglas detectan. La evidencia demuestra.</a:t>
            </a:r>
          </a:p>
          <a:p xmlns:a="http://schemas.openxmlformats.org/drawingml/2006/main">
            <a:pPr algn="l">
              <a:defRPr sz="1800" b="0">
                <a:solidFill>
                  <a:srgbClr val="A5B6CD"/>
                </a:solidFill>
              </a:defRPr>
            </a:pPr>
            <a:r>
              <a:rPr sz="1800" b="0">
                <a:solidFill>
                  <a:srgbClr val="A5B6CD"/>
                </a:solidFill>
              </a:rPr>
              <a:t>La IA explica.</a:t>
            </a:r>
          </a:p>
        </p:txBody>
      </p:sp>
      <p:sp>
        <p:nvSpPr>
          <p:cNvPr id="16" name="line-70">
            <a:extLst xmlns:a="http://schemas.openxmlformats.org/drawingml/2006/main">
              <a:ext uri="{FF2B5EF4-FFF2-40B4-BE49-F238E27FC236}">
                <a16:creationId xmlns:a16="http://schemas.microsoft.com/office/drawing/2014/main" id="{7782B27E-5DD1-43E4-840C-18764F15302B}"/>
              </a:ext>
            </a:extLst>
          </p:cNvPr>
          <p:cNvSpPr>
            <a:spLocks xmlns:a="http://schemas.openxmlformats.org/drawingml/2006/main" noGrp="1"/>
          </p:cNvSpPr>
          <p:nvPr/>
        </p:nvSpPr>
        <p:spPr>
          <a:xfrm xmlns:a="http://schemas.openxmlformats.org/drawingml/2006/main">
            <a:off x="8077200" y="1838325"/>
            <a:ext cx="9525" cy="82867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17" name="line-71">
            <a:extLst xmlns:a="http://schemas.openxmlformats.org/drawingml/2006/main">
              <a:ext uri="{FF2B5EF4-FFF2-40B4-BE49-F238E27FC236}">
                <a16:creationId xmlns:a16="http://schemas.microsoft.com/office/drawing/2014/main" id="{D0EAD242-B641-48D9-8EDB-31F1E6EC1B1D}"/>
              </a:ext>
            </a:extLst>
          </p:cNvPr>
          <p:cNvSpPr>
            <a:spLocks xmlns:a="http://schemas.openxmlformats.org/drawingml/2006/main" noGrp="1"/>
          </p:cNvSpPr>
          <p:nvPr/>
        </p:nvSpPr>
        <p:spPr>
          <a:xfrm xmlns:a="http://schemas.openxmlformats.org/drawingml/2006/main">
            <a:off x="8077200" y="2667000"/>
            <a:ext cx="1381125" cy="952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18" name="node-72">
            <a:extLst xmlns:a="http://schemas.openxmlformats.org/drawingml/2006/main">
              <a:ext uri="{FF2B5EF4-FFF2-40B4-BE49-F238E27FC236}">
                <a16:creationId xmlns:a16="http://schemas.microsoft.com/office/drawing/2014/main" id="{7D20E5E1-F9AB-455D-BAEF-C000D563668E}"/>
              </a:ext>
            </a:extLst>
          </p:cNvPr>
          <p:cNvSpPr>
            <a:spLocks xmlns:a="http://schemas.openxmlformats.org/drawingml/2006/main" noGrp="1"/>
          </p:cNvSpPr>
          <p:nvPr/>
        </p:nvSpPr>
        <p:spPr>
          <a:xfrm xmlns:a="http://schemas.openxmlformats.org/drawingml/2006/main">
            <a:off x="8020050" y="1781175"/>
            <a:ext cx="114300" cy="114300"/>
          </a:xfrm>
          <a:prstGeom xmlns:a="http://schemas.openxmlformats.org/drawingml/2006/main" prst="ellipse">
            <a:avLst/>
          </a:prstGeom>
          <a:solidFill xmlns:a="http://schemas.openxmlformats.org/drawingml/2006/main">
            <a:srgbClr val="0B1423"/>
          </a:solidFill>
          <a:ln xmlns:a="http://schemas.openxmlformats.org/drawingml/2006/main" w="0">
            <a:noFill/>
          </a:ln>
        </p:spPr>
      </p:sp>
      <p:sp>
        <p:nvSpPr>
          <p:cNvPr id="19" name="network-ring-73">
            <a:extLst xmlns:a="http://schemas.openxmlformats.org/drawingml/2006/main">
              <a:ext uri="{FF2B5EF4-FFF2-40B4-BE49-F238E27FC236}">
                <a16:creationId xmlns:a16="http://schemas.microsoft.com/office/drawing/2014/main" id="{54A85B3E-A7F7-4B2F-9B27-06A1A8CC992B}"/>
              </a:ext>
            </a:extLst>
          </p:cNvPr>
          <p:cNvSpPr>
            <a:spLocks xmlns:a="http://schemas.openxmlformats.org/drawingml/2006/main" noGrp="1"/>
          </p:cNvSpPr>
          <p:nvPr/>
        </p:nvSpPr>
        <p:spPr>
          <a:xfrm xmlns:a="http://schemas.openxmlformats.org/drawingml/2006/main">
            <a:off x="8020050" y="1781175"/>
            <a:ext cx="114300" cy="114300"/>
          </a:xfrm>
          <a:prstGeom xmlns:a="http://schemas.openxmlformats.org/drawingml/2006/main" prst="ellipse">
            <a:avLst/>
          </a:prstGeom>
          <a:noFill xmlns:a="http://schemas.openxmlformats.org/drawingml/2006/main"/>
          <a:ln xmlns:a="http://schemas.openxmlformats.org/drawingml/2006/main" w="13335">
            <a:solidFill>
              <a:srgbClr val="58C6E4"/>
            </a:solidFill>
          </a:ln>
        </p:spPr>
      </p:sp>
      <p:sp>
        <p:nvSpPr>
          <p:cNvPr id="20" name="line-74">
            <a:extLst xmlns:a="http://schemas.openxmlformats.org/drawingml/2006/main">
              <a:ext uri="{FF2B5EF4-FFF2-40B4-BE49-F238E27FC236}">
                <a16:creationId xmlns:a16="http://schemas.microsoft.com/office/drawing/2014/main" id="{8B9BDC27-3156-46DA-87D4-7B43D179D749}"/>
              </a:ext>
            </a:extLst>
          </p:cNvPr>
          <p:cNvSpPr>
            <a:spLocks xmlns:a="http://schemas.openxmlformats.org/drawingml/2006/main" noGrp="1"/>
          </p:cNvSpPr>
          <p:nvPr/>
        </p:nvSpPr>
        <p:spPr>
          <a:xfrm xmlns:a="http://schemas.openxmlformats.org/drawingml/2006/main">
            <a:off x="10839450" y="1838325"/>
            <a:ext cx="9525" cy="82867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21" name="line-75">
            <a:extLst xmlns:a="http://schemas.openxmlformats.org/drawingml/2006/main">
              <a:ext uri="{FF2B5EF4-FFF2-40B4-BE49-F238E27FC236}">
                <a16:creationId xmlns:a16="http://schemas.microsoft.com/office/drawing/2014/main" id="{4317E73A-A41E-46DB-822E-7392CBB33254}"/>
              </a:ext>
            </a:extLst>
          </p:cNvPr>
          <p:cNvSpPr>
            <a:spLocks xmlns:a="http://schemas.openxmlformats.org/drawingml/2006/main" noGrp="1"/>
          </p:cNvSpPr>
          <p:nvPr/>
        </p:nvSpPr>
        <p:spPr>
          <a:xfrm xmlns:a="http://schemas.openxmlformats.org/drawingml/2006/main">
            <a:off x="9458325" y="2667000"/>
            <a:ext cx="1381125" cy="952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22" name="node-76">
            <a:extLst xmlns:a="http://schemas.openxmlformats.org/drawingml/2006/main">
              <a:ext uri="{FF2B5EF4-FFF2-40B4-BE49-F238E27FC236}">
                <a16:creationId xmlns:a16="http://schemas.microsoft.com/office/drawing/2014/main" id="{7FB46DAF-D293-4CD4-8D3A-3E2C15CED6A2}"/>
              </a:ext>
            </a:extLst>
          </p:cNvPr>
          <p:cNvSpPr>
            <a:spLocks xmlns:a="http://schemas.openxmlformats.org/drawingml/2006/main" noGrp="1"/>
          </p:cNvSpPr>
          <p:nvPr/>
        </p:nvSpPr>
        <p:spPr>
          <a:xfrm xmlns:a="http://schemas.openxmlformats.org/drawingml/2006/main">
            <a:off x="10782300" y="1781175"/>
            <a:ext cx="114300" cy="114300"/>
          </a:xfrm>
          <a:prstGeom xmlns:a="http://schemas.openxmlformats.org/drawingml/2006/main" prst="ellipse">
            <a:avLst/>
          </a:prstGeom>
          <a:solidFill xmlns:a="http://schemas.openxmlformats.org/drawingml/2006/main">
            <a:srgbClr val="0B1423"/>
          </a:solidFill>
          <a:ln xmlns:a="http://schemas.openxmlformats.org/drawingml/2006/main" w="0">
            <a:noFill/>
          </a:ln>
        </p:spPr>
      </p:sp>
      <p:sp>
        <p:nvSpPr>
          <p:cNvPr id="23" name="network-ring-77">
            <a:extLst xmlns:a="http://schemas.openxmlformats.org/drawingml/2006/main">
              <a:ext uri="{FF2B5EF4-FFF2-40B4-BE49-F238E27FC236}">
                <a16:creationId xmlns:a16="http://schemas.microsoft.com/office/drawing/2014/main" id="{D2945392-4CD6-44E0-A29E-6D04784C18C6}"/>
              </a:ext>
            </a:extLst>
          </p:cNvPr>
          <p:cNvSpPr>
            <a:spLocks xmlns:a="http://schemas.openxmlformats.org/drawingml/2006/main" noGrp="1"/>
          </p:cNvSpPr>
          <p:nvPr/>
        </p:nvSpPr>
        <p:spPr>
          <a:xfrm xmlns:a="http://schemas.openxmlformats.org/drawingml/2006/main">
            <a:off x="10782300" y="1781175"/>
            <a:ext cx="114300" cy="114300"/>
          </a:xfrm>
          <a:prstGeom xmlns:a="http://schemas.openxmlformats.org/drawingml/2006/main" prst="ellipse">
            <a:avLst/>
          </a:prstGeom>
          <a:noFill xmlns:a="http://schemas.openxmlformats.org/drawingml/2006/main"/>
          <a:ln xmlns:a="http://schemas.openxmlformats.org/drawingml/2006/main" w="13335">
            <a:solidFill>
              <a:srgbClr val="58C6E4"/>
            </a:solidFill>
          </a:ln>
        </p:spPr>
      </p:sp>
      <p:sp>
        <p:nvSpPr>
          <p:cNvPr id="24" name="line-78">
            <a:extLst xmlns:a="http://schemas.openxmlformats.org/drawingml/2006/main">
              <a:ext uri="{FF2B5EF4-FFF2-40B4-BE49-F238E27FC236}">
                <a16:creationId xmlns:a16="http://schemas.microsoft.com/office/drawing/2014/main" id="{6823F17B-B475-4B35-998E-F9E37A3C1B63}"/>
              </a:ext>
            </a:extLst>
          </p:cNvPr>
          <p:cNvSpPr>
            <a:spLocks xmlns:a="http://schemas.openxmlformats.org/drawingml/2006/main" noGrp="1"/>
          </p:cNvSpPr>
          <p:nvPr/>
        </p:nvSpPr>
        <p:spPr>
          <a:xfrm xmlns:a="http://schemas.openxmlformats.org/drawingml/2006/main">
            <a:off x="8077200" y="2667000"/>
            <a:ext cx="9525" cy="838200"/>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25" name="line-79">
            <a:extLst xmlns:a="http://schemas.openxmlformats.org/drawingml/2006/main">
              <a:ext uri="{FF2B5EF4-FFF2-40B4-BE49-F238E27FC236}">
                <a16:creationId xmlns:a16="http://schemas.microsoft.com/office/drawing/2014/main" id="{40395831-44BD-4D61-83E4-2C68CEE30E5D}"/>
              </a:ext>
            </a:extLst>
          </p:cNvPr>
          <p:cNvSpPr>
            <a:spLocks xmlns:a="http://schemas.openxmlformats.org/drawingml/2006/main" noGrp="1"/>
          </p:cNvSpPr>
          <p:nvPr/>
        </p:nvSpPr>
        <p:spPr>
          <a:xfrm xmlns:a="http://schemas.openxmlformats.org/drawingml/2006/main">
            <a:off x="8077200" y="2667000"/>
            <a:ext cx="1381125" cy="952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26" name="node-80">
            <a:extLst xmlns:a="http://schemas.openxmlformats.org/drawingml/2006/main">
              <a:ext uri="{FF2B5EF4-FFF2-40B4-BE49-F238E27FC236}">
                <a16:creationId xmlns:a16="http://schemas.microsoft.com/office/drawing/2014/main" id="{4C7B0604-F710-4259-9610-8396EC68489B}"/>
              </a:ext>
            </a:extLst>
          </p:cNvPr>
          <p:cNvSpPr>
            <a:spLocks xmlns:a="http://schemas.openxmlformats.org/drawingml/2006/main" noGrp="1"/>
          </p:cNvSpPr>
          <p:nvPr/>
        </p:nvSpPr>
        <p:spPr>
          <a:xfrm xmlns:a="http://schemas.openxmlformats.org/drawingml/2006/main">
            <a:off x="8020050" y="3448050"/>
            <a:ext cx="114300" cy="114300"/>
          </a:xfrm>
          <a:prstGeom xmlns:a="http://schemas.openxmlformats.org/drawingml/2006/main" prst="ellipse">
            <a:avLst/>
          </a:prstGeom>
          <a:solidFill xmlns:a="http://schemas.openxmlformats.org/drawingml/2006/main">
            <a:srgbClr val="0B1423"/>
          </a:solidFill>
          <a:ln xmlns:a="http://schemas.openxmlformats.org/drawingml/2006/main" w="0">
            <a:noFill/>
          </a:ln>
        </p:spPr>
      </p:sp>
      <p:sp>
        <p:nvSpPr>
          <p:cNvPr id="27" name="network-ring-81">
            <a:extLst xmlns:a="http://schemas.openxmlformats.org/drawingml/2006/main">
              <a:ext uri="{FF2B5EF4-FFF2-40B4-BE49-F238E27FC236}">
                <a16:creationId xmlns:a16="http://schemas.microsoft.com/office/drawing/2014/main" id="{1C992D2E-E1CF-41D1-A0E3-805C7E5EBC3D}"/>
              </a:ext>
            </a:extLst>
          </p:cNvPr>
          <p:cNvSpPr>
            <a:spLocks xmlns:a="http://schemas.openxmlformats.org/drawingml/2006/main" noGrp="1"/>
          </p:cNvSpPr>
          <p:nvPr/>
        </p:nvSpPr>
        <p:spPr>
          <a:xfrm xmlns:a="http://schemas.openxmlformats.org/drawingml/2006/main">
            <a:off x="8020050" y="3448050"/>
            <a:ext cx="114300" cy="114300"/>
          </a:xfrm>
          <a:prstGeom xmlns:a="http://schemas.openxmlformats.org/drawingml/2006/main" prst="ellipse">
            <a:avLst/>
          </a:prstGeom>
          <a:noFill xmlns:a="http://schemas.openxmlformats.org/drawingml/2006/main"/>
          <a:ln xmlns:a="http://schemas.openxmlformats.org/drawingml/2006/main" w="13335">
            <a:solidFill>
              <a:srgbClr val="58C6E4"/>
            </a:solidFill>
          </a:ln>
        </p:spPr>
      </p:sp>
      <p:sp>
        <p:nvSpPr>
          <p:cNvPr id="28" name="line-82">
            <a:extLst xmlns:a="http://schemas.openxmlformats.org/drawingml/2006/main">
              <a:ext uri="{FF2B5EF4-FFF2-40B4-BE49-F238E27FC236}">
                <a16:creationId xmlns:a16="http://schemas.microsoft.com/office/drawing/2014/main" id="{59215161-2FA1-4DF2-A0F2-4F68613F0E1D}"/>
              </a:ext>
            </a:extLst>
          </p:cNvPr>
          <p:cNvSpPr>
            <a:spLocks xmlns:a="http://schemas.openxmlformats.org/drawingml/2006/main" noGrp="1"/>
          </p:cNvSpPr>
          <p:nvPr/>
        </p:nvSpPr>
        <p:spPr>
          <a:xfrm xmlns:a="http://schemas.openxmlformats.org/drawingml/2006/main">
            <a:off x="10839450" y="2667000"/>
            <a:ext cx="9525" cy="838200"/>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29" name="line-83">
            <a:extLst xmlns:a="http://schemas.openxmlformats.org/drawingml/2006/main">
              <a:ext uri="{FF2B5EF4-FFF2-40B4-BE49-F238E27FC236}">
                <a16:creationId xmlns:a16="http://schemas.microsoft.com/office/drawing/2014/main" id="{686F180A-0E86-4C8C-92B2-C3AD6A49BF7E}"/>
              </a:ext>
            </a:extLst>
          </p:cNvPr>
          <p:cNvSpPr>
            <a:spLocks xmlns:a="http://schemas.openxmlformats.org/drawingml/2006/main" noGrp="1"/>
          </p:cNvSpPr>
          <p:nvPr/>
        </p:nvSpPr>
        <p:spPr>
          <a:xfrm xmlns:a="http://schemas.openxmlformats.org/drawingml/2006/main">
            <a:off x="9458325" y="2667000"/>
            <a:ext cx="1381125" cy="952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30" name="node-84">
            <a:extLst xmlns:a="http://schemas.openxmlformats.org/drawingml/2006/main">
              <a:ext uri="{FF2B5EF4-FFF2-40B4-BE49-F238E27FC236}">
                <a16:creationId xmlns:a16="http://schemas.microsoft.com/office/drawing/2014/main" id="{BE7C322E-38D5-4081-8244-DA01EA184497}"/>
              </a:ext>
            </a:extLst>
          </p:cNvPr>
          <p:cNvSpPr>
            <a:spLocks xmlns:a="http://schemas.openxmlformats.org/drawingml/2006/main" noGrp="1"/>
          </p:cNvSpPr>
          <p:nvPr/>
        </p:nvSpPr>
        <p:spPr>
          <a:xfrm xmlns:a="http://schemas.openxmlformats.org/drawingml/2006/main">
            <a:off x="10782300" y="3448050"/>
            <a:ext cx="114300" cy="114300"/>
          </a:xfrm>
          <a:prstGeom xmlns:a="http://schemas.openxmlformats.org/drawingml/2006/main" prst="ellipse">
            <a:avLst/>
          </a:prstGeom>
          <a:solidFill xmlns:a="http://schemas.openxmlformats.org/drawingml/2006/main">
            <a:srgbClr val="0B1423"/>
          </a:solidFill>
          <a:ln xmlns:a="http://schemas.openxmlformats.org/drawingml/2006/main" w="0">
            <a:noFill/>
          </a:ln>
        </p:spPr>
      </p:sp>
      <p:sp>
        <p:nvSpPr>
          <p:cNvPr id="31" name="network-ring-85">
            <a:extLst xmlns:a="http://schemas.openxmlformats.org/drawingml/2006/main">
              <a:ext uri="{FF2B5EF4-FFF2-40B4-BE49-F238E27FC236}">
                <a16:creationId xmlns:a16="http://schemas.microsoft.com/office/drawing/2014/main" id="{525A5C54-66F1-4727-ACA9-410F9761DF6D}"/>
              </a:ext>
            </a:extLst>
          </p:cNvPr>
          <p:cNvSpPr>
            <a:spLocks xmlns:a="http://schemas.openxmlformats.org/drawingml/2006/main" noGrp="1"/>
          </p:cNvSpPr>
          <p:nvPr/>
        </p:nvSpPr>
        <p:spPr>
          <a:xfrm xmlns:a="http://schemas.openxmlformats.org/drawingml/2006/main">
            <a:off x="10782300" y="3448050"/>
            <a:ext cx="114300" cy="114300"/>
          </a:xfrm>
          <a:prstGeom xmlns:a="http://schemas.openxmlformats.org/drawingml/2006/main" prst="ellipse">
            <a:avLst/>
          </a:prstGeom>
          <a:noFill xmlns:a="http://schemas.openxmlformats.org/drawingml/2006/main"/>
          <a:ln xmlns:a="http://schemas.openxmlformats.org/drawingml/2006/main" w="13335">
            <a:solidFill>
              <a:srgbClr val="58C6E4"/>
            </a:solidFill>
          </a:ln>
        </p:spPr>
      </p:sp>
      <p:sp>
        <p:nvSpPr>
          <p:cNvPr id="32" name="line-86">
            <a:extLst xmlns:a="http://schemas.openxmlformats.org/drawingml/2006/main">
              <a:ext uri="{FF2B5EF4-FFF2-40B4-BE49-F238E27FC236}">
                <a16:creationId xmlns:a16="http://schemas.microsoft.com/office/drawing/2014/main" id="{BB4DBE45-99F5-4101-835E-68625CF206E9}"/>
              </a:ext>
            </a:extLst>
          </p:cNvPr>
          <p:cNvSpPr>
            <a:spLocks xmlns:a="http://schemas.openxmlformats.org/drawingml/2006/main" noGrp="1"/>
          </p:cNvSpPr>
          <p:nvPr/>
        </p:nvSpPr>
        <p:spPr>
          <a:xfrm xmlns:a="http://schemas.openxmlformats.org/drawingml/2006/main">
            <a:off x="9458325" y="1495425"/>
            <a:ext cx="9525" cy="117157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33" name="line-87">
            <a:extLst xmlns:a="http://schemas.openxmlformats.org/drawingml/2006/main">
              <a:ext uri="{FF2B5EF4-FFF2-40B4-BE49-F238E27FC236}">
                <a16:creationId xmlns:a16="http://schemas.microsoft.com/office/drawing/2014/main" id="{48F74450-7336-492B-BBEC-6A9EF6210EA2}"/>
              </a:ext>
            </a:extLst>
          </p:cNvPr>
          <p:cNvSpPr>
            <a:spLocks xmlns:a="http://schemas.openxmlformats.org/drawingml/2006/main" noGrp="1"/>
          </p:cNvSpPr>
          <p:nvPr/>
        </p:nvSpPr>
        <p:spPr>
          <a:xfrm xmlns:a="http://schemas.openxmlformats.org/drawingml/2006/main">
            <a:off x="9458325" y="2667000"/>
            <a:ext cx="9525" cy="952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34" name="node-88">
            <a:extLst xmlns:a="http://schemas.openxmlformats.org/drawingml/2006/main">
              <a:ext uri="{FF2B5EF4-FFF2-40B4-BE49-F238E27FC236}">
                <a16:creationId xmlns:a16="http://schemas.microsoft.com/office/drawing/2014/main" id="{5324BA7C-4A99-4B63-97B5-8177BF62E4BE}"/>
              </a:ext>
            </a:extLst>
          </p:cNvPr>
          <p:cNvSpPr>
            <a:spLocks xmlns:a="http://schemas.openxmlformats.org/drawingml/2006/main" noGrp="1"/>
          </p:cNvSpPr>
          <p:nvPr/>
        </p:nvSpPr>
        <p:spPr>
          <a:xfrm xmlns:a="http://schemas.openxmlformats.org/drawingml/2006/main">
            <a:off x="9401175" y="1438275"/>
            <a:ext cx="114300" cy="114300"/>
          </a:xfrm>
          <a:prstGeom xmlns:a="http://schemas.openxmlformats.org/drawingml/2006/main" prst="ellipse">
            <a:avLst/>
          </a:prstGeom>
          <a:solidFill xmlns:a="http://schemas.openxmlformats.org/drawingml/2006/main">
            <a:srgbClr val="0B1423"/>
          </a:solidFill>
          <a:ln xmlns:a="http://schemas.openxmlformats.org/drawingml/2006/main" w="0">
            <a:noFill/>
          </a:ln>
        </p:spPr>
      </p:sp>
      <p:sp>
        <p:nvSpPr>
          <p:cNvPr id="35" name="network-ring-89">
            <a:extLst xmlns:a="http://schemas.openxmlformats.org/drawingml/2006/main">
              <a:ext uri="{FF2B5EF4-FFF2-40B4-BE49-F238E27FC236}">
                <a16:creationId xmlns:a16="http://schemas.microsoft.com/office/drawing/2014/main" id="{0D4F346E-8CA7-4CF3-BBBE-D4F3361762EB}"/>
              </a:ext>
            </a:extLst>
          </p:cNvPr>
          <p:cNvSpPr>
            <a:spLocks xmlns:a="http://schemas.openxmlformats.org/drawingml/2006/main" noGrp="1"/>
          </p:cNvSpPr>
          <p:nvPr/>
        </p:nvSpPr>
        <p:spPr>
          <a:xfrm xmlns:a="http://schemas.openxmlformats.org/drawingml/2006/main">
            <a:off x="9401175" y="1438275"/>
            <a:ext cx="114300" cy="114300"/>
          </a:xfrm>
          <a:prstGeom xmlns:a="http://schemas.openxmlformats.org/drawingml/2006/main" prst="ellipse">
            <a:avLst/>
          </a:prstGeom>
          <a:noFill xmlns:a="http://schemas.openxmlformats.org/drawingml/2006/main"/>
          <a:ln xmlns:a="http://schemas.openxmlformats.org/drawingml/2006/main" w="13335">
            <a:solidFill>
              <a:srgbClr val="58C6E4"/>
            </a:solidFill>
          </a:ln>
        </p:spPr>
      </p:sp>
      <p:sp>
        <p:nvSpPr>
          <p:cNvPr id="36" name="line-90">
            <a:extLst xmlns:a="http://schemas.openxmlformats.org/drawingml/2006/main">
              <a:ext uri="{FF2B5EF4-FFF2-40B4-BE49-F238E27FC236}">
                <a16:creationId xmlns:a16="http://schemas.microsoft.com/office/drawing/2014/main" id="{5FF59FC2-C102-4140-9D0C-54B693300A42}"/>
              </a:ext>
            </a:extLst>
          </p:cNvPr>
          <p:cNvSpPr>
            <a:spLocks xmlns:a="http://schemas.openxmlformats.org/drawingml/2006/main" noGrp="1"/>
          </p:cNvSpPr>
          <p:nvPr/>
        </p:nvSpPr>
        <p:spPr>
          <a:xfrm xmlns:a="http://schemas.openxmlformats.org/drawingml/2006/main">
            <a:off x="9458325" y="2667000"/>
            <a:ext cx="9525" cy="1162050"/>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37" name="line-91">
            <a:extLst xmlns:a="http://schemas.openxmlformats.org/drawingml/2006/main">
              <a:ext uri="{FF2B5EF4-FFF2-40B4-BE49-F238E27FC236}">
                <a16:creationId xmlns:a16="http://schemas.microsoft.com/office/drawing/2014/main" id="{948EBFD9-A8B8-4FD8-9F6C-FCB7FE54E0D3}"/>
              </a:ext>
            </a:extLst>
          </p:cNvPr>
          <p:cNvSpPr>
            <a:spLocks xmlns:a="http://schemas.openxmlformats.org/drawingml/2006/main" noGrp="1"/>
          </p:cNvSpPr>
          <p:nvPr/>
        </p:nvSpPr>
        <p:spPr>
          <a:xfrm xmlns:a="http://schemas.openxmlformats.org/drawingml/2006/main">
            <a:off x="9458325" y="2667000"/>
            <a:ext cx="9525" cy="9525"/>
          </a:xfrm>
          <a:prstGeom xmlns:a="http://schemas.openxmlformats.org/drawingml/2006/main" prst="line">
            <a:avLst/>
          </a:prstGeom>
          <a:noFill xmlns:a="http://schemas.openxmlformats.org/drawingml/2006/main"/>
          <a:ln xmlns:a="http://schemas.openxmlformats.org/drawingml/2006/main" w="12383">
            <a:solidFill>
              <a:srgbClr val="244661"/>
            </a:solidFill>
          </a:ln>
        </p:spPr>
      </p:sp>
      <p:sp>
        <p:nvSpPr>
          <p:cNvPr id="38" name="node-92">
            <a:extLst xmlns:a="http://schemas.openxmlformats.org/drawingml/2006/main">
              <a:ext uri="{FF2B5EF4-FFF2-40B4-BE49-F238E27FC236}">
                <a16:creationId xmlns:a16="http://schemas.microsoft.com/office/drawing/2014/main" id="{BD2A3F2E-916F-4104-9E3D-8C66FD693797}"/>
              </a:ext>
            </a:extLst>
          </p:cNvPr>
          <p:cNvSpPr>
            <a:spLocks xmlns:a="http://schemas.openxmlformats.org/drawingml/2006/main" noGrp="1"/>
          </p:cNvSpPr>
          <p:nvPr/>
        </p:nvSpPr>
        <p:spPr>
          <a:xfrm xmlns:a="http://schemas.openxmlformats.org/drawingml/2006/main">
            <a:off x="9401175" y="3771900"/>
            <a:ext cx="114300" cy="114300"/>
          </a:xfrm>
          <a:prstGeom xmlns:a="http://schemas.openxmlformats.org/drawingml/2006/main" prst="ellipse">
            <a:avLst/>
          </a:prstGeom>
          <a:solidFill xmlns:a="http://schemas.openxmlformats.org/drawingml/2006/main">
            <a:srgbClr val="0B1423"/>
          </a:solidFill>
          <a:ln xmlns:a="http://schemas.openxmlformats.org/drawingml/2006/main" w="0">
            <a:noFill/>
          </a:ln>
        </p:spPr>
      </p:sp>
      <p:sp>
        <p:nvSpPr>
          <p:cNvPr id="39" name="network-ring-93">
            <a:extLst xmlns:a="http://schemas.openxmlformats.org/drawingml/2006/main">
              <a:ext uri="{FF2B5EF4-FFF2-40B4-BE49-F238E27FC236}">
                <a16:creationId xmlns:a16="http://schemas.microsoft.com/office/drawing/2014/main" id="{CCE0DECE-01DC-4FBC-B543-C13D1098257E}"/>
              </a:ext>
            </a:extLst>
          </p:cNvPr>
          <p:cNvSpPr>
            <a:spLocks xmlns:a="http://schemas.openxmlformats.org/drawingml/2006/main" noGrp="1"/>
          </p:cNvSpPr>
          <p:nvPr/>
        </p:nvSpPr>
        <p:spPr>
          <a:xfrm xmlns:a="http://schemas.openxmlformats.org/drawingml/2006/main">
            <a:off x="9401175" y="3771900"/>
            <a:ext cx="114300" cy="114300"/>
          </a:xfrm>
          <a:prstGeom xmlns:a="http://schemas.openxmlformats.org/drawingml/2006/main" prst="ellipse">
            <a:avLst/>
          </a:prstGeom>
          <a:noFill xmlns:a="http://schemas.openxmlformats.org/drawingml/2006/main"/>
          <a:ln xmlns:a="http://schemas.openxmlformats.org/drawingml/2006/main" w="13335">
            <a:solidFill>
              <a:srgbClr val="58C6E4"/>
            </a:solidFill>
          </a:ln>
        </p:spPr>
      </p:sp>
      <p:sp>
        <p:nvSpPr>
          <p:cNvPr id="40" name="router-card">
            <a:extLst xmlns:a="http://schemas.openxmlformats.org/drawingml/2006/main">
              <a:ext uri="{FF2B5EF4-FFF2-40B4-BE49-F238E27FC236}">
                <a16:creationId xmlns:a16="http://schemas.microsoft.com/office/drawing/2014/main" id="{C938D4BC-C15C-431A-A962-DDC581D3D1E5}"/>
              </a:ext>
            </a:extLst>
          </p:cNvPr>
          <p:cNvSpPr>
            <a:spLocks xmlns:a="http://schemas.openxmlformats.org/drawingml/2006/main" noGrp="1"/>
          </p:cNvSpPr>
          <p:nvPr/>
        </p:nvSpPr>
        <p:spPr>
          <a:xfrm xmlns:a="http://schemas.openxmlformats.org/drawingml/2006/main">
            <a:off x="9048750" y="2362200"/>
            <a:ext cx="819150" cy="609600"/>
          </a:xfrm>
          <a:prstGeom xmlns:a="http://schemas.openxmlformats.org/drawingml/2006/main" prst="roundRect">
            <a:avLst>
              <a:gd name="adj" fmla="val 12500"/>
            </a:avLst>
          </a:prstGeom>
          <a:solidFill xmlns:a="http://schemas.openxmlformats.org/drawingml/2006/main">
            <a:srgbClr val="172943"/>
          </a:solidFill>
          <a:ln xmlns:a="http://schemas.openxmlformats.org/drawingml/2006/main" w="9525">
            <a:solidFill>
              <a:srgbClr val="263B55"/>
            </a:solidFill>
          </a:ln>
        </p:spPr>
      </p:sp>
      <p:sp>
        <p:nvSpPr>
          <p:cNvPr id="41" name="router">
            <a:extLst xmlns:a="http://schemas.openxmlformats.org/drawingml/2006/main">
              <a:ext uri="{FF2B5EF4-FFF2-40B4-BE49-F238E27FC236}">
                <a16:creationId xmlns:a16="http://schemas.microsoft.com/office/drawing/2014/main" id="{DD74B57C-B36B-4E23-9E49-81379725E0B1}"/>
              </a:ext>
            </a:extLst>
          </p:cNvPr>
          <p:cNvSpPr>
            <a:spLocks xmlns:a="http://schemas.openxmlformats.org/drawingml/2006/main" noGrp="1"/>
          </p:cNvSpPr>
          <p:nvPr/>
        </p:nvSpPr>
        <p:spPr>
          <a:xfrm xmlns:a="http://schemas.openxmlformats.org/drawingml/2006/main">
            <a:off x="9210675" y="2533650"/>
            <a:ext cx="495300" cy="247650"/>
          </a:xfrm>
          <a:prstGeom xmlns:a="http://schemas.openxmlformats.org/drawingml/2006/main" prst="roundRect">
            <a:avLst>
              <a:gd name="adj" fmla="val 11538"/>
            </a:avLst>
          </a:prstGeom>
          <a:noFill xmlns:a="http://schemas.openxmlformats.org/drawingml/2006/main"/>
          <a:ln xmlns:a="http://schemas.openxmlformats.org/drawingml/2006/main" w="16193">
            <a:solidFill>
              <a:srgbClr val="58C6E4"/>
            </a:solidFill>
          </a:ln>
        </p:spPr>
      </p:sp>
      <p:sp>
        <p:nvSpPr>
          <p:cNvPr id="42" name="port-0">
            <a:extLst xmlns:a="http://schemas.openxmlformats.org/drawingml/2006/main">
              <a:ext uri="{FF2B5EF4-FFF2-40B4-BE49-F238E27FC236}">
                <a16:creationId xmlns:a16="http://schemas.microsoft.com/office/drawing/2014/main" id="{628B08A1-F070-465D-9387-C9D86E56D322}"/>
              </a:ext>
            </a:extLst>
          </p:cNvPr>
          <p:cNvSpPr>
            <a:spLocks xmlns:a="http://schemas.openxmlformats.org/drawingml/2006/main" noGrp="1"/>
          </p:cNvSpPr>
          <p:nvPr/>
        </p:nvSpPr>
        <p:spPr>
          <a:xfrm xmlns:a="http://schemas.openxmlformats.org/drawingml/2006/main">
            <a:off x="9267825" y="2667000"/>
            <a:ext cx="47625" cy="38100"/>
          </a:xfrm>
          <a:prstGeom xmlns:a="http://schemas.openxmlformats.org/drawingml/2006/main" prst="rect">
            <a:avLst/>
          </a:prstGeom>
          <a:solidFill xmlns:a="http://schemas.openxmlformats.org/drawingml/2006/main">
            <a:srgbClr val="58C6E4"/>
          </a:solidFill>
          <a:ln xmlns:a="http://schemas.openxmlformats.org/drawingml/2006/main" w="0">
            <a:noFill/>
          </a:ln>
        </p:spPr>
      </p:sp>
      <p:sp>
        <p:nvSpPr>
          <p:cNvPr id="43" name="port-1">
            <a:extLst xmlns:a="http://schemas.openxmlformats.org/drawingml/2006/main">
              <a:ext uri="{FF2B5EF4-FFF2-40B4-BE49-F238E27FC236}">
                <a16:creationId xmlns:a16="http://schemas.microsoft.com/office/drawing/2014/main" id="{A0849896-51D8-44F1-867C-1128440E0281}"/>
              </a:ext>
            </a:extLst>
          </p:cNvPr>
          <p:cNvSpPr>
            <a:spLocks xmlns:a="http://schemas.openxmlformats.org/drawingml/2006/main" noGrp="1"/>
          </p:cNvSpPr>
          <p:nvPr/>
        </p:nvSpPr>
        <p:spPr>
          <a:xfrm xmlns:a="http://schemas.openxmlformats.org/drawingml/2006/main">
            <a:off x="9363075" y="2667000"/>
            <a:ext cx="47625" cy="38100"/>
          </a:xfrm>
          <a:prstGeom xmlns:a="http://schemas.openxmlformats.org/drawingml/2006/main" prst="rect">
            <a:avLst/>
          </a:prstGeom>
          <a:solidFill xmlns:a="http://schemas.openxmlformats.org/drawingml/2006/main">
            <a:srgbClr val="58C6E4"/>
          </a:solidFill>
          <a:ln xmlns:a="http://schemas.openxmlformats.org/drawingml/2006/main" w="0">
            <a:noFill/>
          </a:ln>
        </p:spPr>
      </p:sp>
      <p:sp>
        <p:nvSpPr>
          <p:cNvPr id="44" name="port-2">
            <a:extLst xmlns:a="http://schemas.openxmlformats.org/drawingml/2006/main">
              <a:ext uri="{FF2B5EF4-FFF2-40B4-BE49-F238E27FC236}">
                <a16:creationId xmlns:a16="http://schemas.microsoft.com/office/drawing/2014/main" id="{AFBDEFD4-3504-491D-BA9E-1223665191C1}"/>
              </a:ext>
            </a:extLst>
          </p:cNvPr>
          <p:cNvSpPr>
            <a:spLocks xmlns:a="http://schemas.openxmlformats.org/drawingml/2006/main" noGrp="1"/>
          </p:cNvSpPr>
          <p:nvPr/>
        </p:nvSpPr>
        <p:spPr>
          <a:xfrm xmlns:a="http://schemas.openxmlformats.org/drawingml/2006/main">
            <a:off x="9458325" y="2667000"/>
            <a:ext cx="47625" cy="38100"/>
          </a:xfrm>
          <a:prstGeom xmlns:a="http://schemas.openxmlformats.org/drawingml/2006/main" prst="rect">
            <a:avLst/>
          </a:prstGeom>
          <a:solidFill xmlns:a="http://schemas.openxmlformats.org/drawingml/2006/main">
            <a:srgbClr val="58C6E4"/>
          </a:solidFill>
          <a:ln xmlns:a="http://schemas.openxmlformats.org/drawingml/2006/main" w="0">
            <a:noFill/>
          </a:ln>
        </p:spPr>
      </p:sp>
      <p:sp>
        <p:nvSpPr>
          <p:cNvPr id="45" name="port-3">
            <a:extLst xmlns:a="http://schemas.openxmlformats.org/drawingml/2006/main">
              <a:ext uri="{FF2B5EF4-FFF2-40B4-BE49-F238E27FC236}">
                <a16:creationId xmlns:a16="http://schemas.microsoft.com/office/drawing/2014/main" id="{14DD72C8-D0BA-43CD-A88E-608998B9709F}"/>
              </a:ext>
            </a:extLst>
          </p:cNvPr>
          <p:cNvSpPr>
            <a:spLocks xmlns:a="http://schemas.openxmlformats.org/drawingml/2006/main" noGrp="1"/>
          </p:cNvSpPr>
          <p:nvPr/>
        </p:nvSpPr>
        <p:spPr>
          <a:xfrm xmlns:a="http://schemas.openxmlformats.org/drawingml/2006/main">
            <a:off x="9553575" y="2667000"/>
            <a:ext cx="47625" cy="38100"/>
          </a:xfrm>
          <a:prstGeom xmlns:a="http://schemas.openxmlformats.org/drawingml/2006/main" prst="rect">
            <a:avLst/>
          </a:prstGeom>
          <a:solidFill xmlns:a="http://schemas.openxmlformats.org/drawingml/2006/main">
            <a:srgbClr val="58C6E4"/>
          </a:solidFill>
          <a:ln xmlns:a="http://schemas.openxmlformats.org/drawingml/2006/main" w="0">
            <a:noFill/>
          </a:ln>
        </p:spPr>
      </p:sp>
      <p:sp>
        <p:nvSpPr>
          <p:cNvPr id="46" name="equipo-label">
            <a:extLst xmlns:a="http://schemas.openxmlformats.org/drawingml/2006/main">
              <a:ext uri="{FF2B5EF4-FFF2-40B4-BE49-F238E27FC236}">
                <a16:creationId xmlns:a16="http://schemas.microsoft.com/office/drawing/2014/main" id="{5D68F52D-49F4-48D6-9EE4-5B025D553FD8}"/>
              </a:ext>
            </a:extLst>
          </p:cNvPr>
          <p:cNvSpPr>
            <a:spLocks xmlns:a="http://schemas.openxmlformats.org/drawingml/2006/main" noGrp="1"/>
          </p:cNvSpPr>
          <p:nvPr/>
        </p:nvSpPr>
        <p:spPr>
          <a:xfrm xmlns:a="http://schemas.openxmlformats.org/drawingml/2006/main">
            <a:off x="609600" y="43719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A5B6CD"/>
                </a:solidFill>
              </a:defRPr>
            </a:defPPr>
            <a:lvl1pPr algn="l">
              <a:defRPr sz="1200" b="1">
                <a:solidFill>
                  <a:srgbClr val="A5B6CD"/>
                </a:solidFill>
              </a:defRPr>
            </a:lvl1pPr>
            <a:lvl2pPr algn="l">
              <a:defRPr sz="1200" b="1">
                <a:solidFill>
                  <a:srgbClr val="A5B6CD"/>
                </a:solidFill>
              </a:defRPr>
            </a:lvl2pPr>
            <a:lvl3pPr algn="l">
              <a:defRPr sz="1200" b="1">
                <a:solidFill>
                  <a:srgbClr val="A5B6CD"/>
                </a:solidFill>
              </a:defRPr>
            </a:lvl3pPr>
            <a:lvl4pPr algn="l">
              <a:defRPr sz="1200" b="1">
                <a:solidFill>
                  <a:srgbClr val="A5B6CD"/>
                </a:solidFill>
              </a:defRPr>
            </a:lvl4pPr>
            <a:lvl5pPr algn="l">
              <a:defRPr sz="1200" b="1">
                <a:solidFill>
                  <a:srgbClr val="A5B6CD"/>
                </a:solidFill>
              </a:defRPr>
            </a:lvl5pPr>
            <a:lvl6pPr algn="l">
              <a:defRPr sz="1200" b="1">
                <a:solidFill>
                  <a:srgbClr val="A5B6CD"/>
                </a:solidFill>
              </a:defRPr>
            </a:lvl6pPr>
            <a:lvl7pPr algn="l">
              <a:defRPr sz="1200" b="1">
                <a:solidFill>
                  <a:srgbClr val="A5B6CD"/>
                </a:solidFill>
              </a:defRPr>
            </a:lvl7pPr>
            <a:lvl8pPr algn="l">
              <a:defRPr sz="1200" b="1">
                <a:solidFill>
                  <a:srgbClr val="A5B6CD"/>
                </a:solidFill>
              </a:defRPr>
            </a:lvl8pPr>
            <a:lvl9pPr algn="l">
              <a:defRPr sz="1200" b="1">
                <a:solidFill>
                  <a:srgbClr val="A5B6CD"/>
                </a:solidFill>
              </a:defRPr>
            </a:lvl9pPr>
          </a:lstStyle>
          <a:p xmlns:a="http://schemas.openxmlformats.org/drawingml/2006/main">
            <a:pPr algn="l">
              <a:defRPr sz="1200" b="1">
                <a:solidFill>
                  <a:srgbClr val="A5B6CD"/>
                </a:solidFill>
              </a:defRPr>
            </a:pPr>
            <a:r>
              <a:rPr sz="1200" b="1">
                <a:solidFill>
                  <a:srgbClr val="A5B6CD"/>
                </a:solidFill>
              </a:rPr>
              <a:t>EQUIPO</a:t>
            </a:r>
          </a:p>
        </p:txBody>
      </p:sp>
      <p:sp>
        <p:nvSpPr>
          <p:cNvPr id="47" name="team-0">
            <a:extLst xmlns:a="http://schemas.openxmlformats.org/drawingml/2006/main">
              <a:ext uri="{FF2B5EF4-FFF2-40B4-BE49-F238E27FC236}">
                <a16:creationId xmlns:a16="http://schemas.microsoft.com/office/drawing/2014/main" id="{E357A8A0-1CFD-431C-A29F-72C89899C040}"/>
              </a:ext>
            </a:extLst>
          </p:cNvPr>
          <p:cNvSpPr>
            <a:spLocks xmlns:a="http://schemas.openxmlformats.org/drawingml/2006/main" noGrp="1"/>
          </p:cNvSpPr>
          <p:nvPr/>
        </p:nvSpPr>
        <p:spPr>
          <a:xfrm xmlns:a="http://schemas.openxmlformats.org/drawingml/2006/main">
            <a:off x="609600" y="4705350"/>
            <a:ext cx="2571750" cy="1047750"/>
          </a:xfrm>
          <a:prstGeom xmlns:a="http://schemas.openxmlformats.org/drawingml/2006/main" prst="roundRect">
            <a:avLst>
              <a:gd name="adj" fmla="val 7273"/>
            </a:avLst>
          </a:prstGeom>
          <a:solidFill xmlns:a="http://schemas.openxmlformats.org/drawingml/2006/main">
            <a:srgbClr val="132137"/>
          </a:solidFill>
          <a:ln xmlns:a="http://schemas.openxmlformats.org/drawingml/2006/main" w="9525">
            <a:solidFill>
              <a:srgbClr val="263B55"/>
            </a:solidFill>
          </a:ln>
        </p:spPr>
      </p:sp>
      <p:sp>
        <p:nvSpPr>
          <p:cNvPr id="48" name="team-name-0">
            <a:extLst xmlns:a="http://schemas.openxmlformats.org/drawingml/2006/main">
              <a:ext uri="{FF2B5EF4-FFF2-40B4-BE49-F238E27FC236}">
                <a16:creationId xmlns:a16="http://schemas.microsoft.com/office/drawing/2014/main" id="{6189252A-8E70-485E-A0B0-9F774DAA3A34}"/>
              </a:ext>
            </a:extLst>
          </p:cNvPr>
          <p:cNvSpPr>
            <a:spLocks xmlns:a="http://schemas.openxmlformats.org/drawingml/2006/main" noGrp="1"/>
          </p:cNvSpPr>
          <p:nvPr/>
        </p:nvSpPr>
        <p:spPr>
          <a:xfrm xmlns:a="http://schemas.openxmlformats.org/drawingml/2006/main">
            <a:off x="781050" y="48672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E8EEF7"/>
                </a:solidFill>
              </a:defRPr>
            </a:defPPr>
            <a:lvl1pPr algn="l">
              <a:defRPr sz="1650" b="1">
                <a:solidFill>
                  <a:srgbClr val="E8EEF7"/>
                </a:solidFill>
              </a:defRPr>
            </a:lvl1pPr>
            <a:lvl2pPr algn="l">
              <a:defRPr sz="1650" b="1">
                <a:solidFill>
                  <a:srgbClr val="E8EEF7"/>
                </a:solidFill>
              </a:defRPr>
            </a:lvl2pPr>
            <a:lvl3pPr algn="l">
              <a:defRPr sz="1650" b="1">
                <a:solidFill>
                  <a:srgbClr val="E8EEF7"/>
                </a:solidFill>
              </a:defRPr>
            </a:lvl3pPr>
            <a:lvl4pPr algn="l">
              <a:defRPr sz="1650" b="1">
                <a:solidFill>
                  <a:srgbClr val="E8EEF7"/>
                </a:solidFill>
              </a:defRPr>
            </a:lvl4pPr>
            <a:lvl5pPr algn="l">
              <a:defRPr sz="1650" b="1">
                <a:solidFill>
                  <a:srgbClr val="E8EEF7"/>
                </a:solidFill>
              </a:defRPr>
            </a:lvl5pPr>
            <a:lvl6pPr algn="l">
              <a:defRPr sz="1650" b="1">
                <a:solidFill>
                  <a:srgbClr val="E8EEF7"/>
                </a:solidFill>
              </a:defRPr>
            </a:lvl6pPr>
            <a:lvl7pPr algn="l">
              <a:defRPr sz="1650" b="1">
                <a:solidFill>
                  <a:srgbClr val="E8EEF7"/>
                </a:solidFill>
              </a:defRPr>
            </a:lvl7pPr>
            <a:lvl8pPr algn="l">
              <a:defRPr sz="1650" b="1">
                <a:solidFill>
                  <a:srgbClr val="E8EEF7"/>
                </a:solidFill>
              </a:defRPr>
            </a:lvl8pPr>
            <a:lvl9pPr algn="l">
              <a:defRPr sz="1650" b="1">
                <a:solidFill>
                  <a:srgbClr val="E8EEF7"/>
                </a:solidFill>
              </a:defRPr>
            </a:lvl9pPr>
          </a:lstStyle>
          <a:p xmlns:a="http://schemas.openxmlformats.org/drawingml/2006/main">
            <a:pPr algn="l">
              <a:defRPr sz="1650" b="1">
                <a:solidFill>
                  <a:srgbClr val="E8EEF7"/>
                </a:solidFill>
              </a:defRPr>
            </a:pPr>
            <a:r>
              <a:rPr sz="1650" b="1">
                <a:solidFill>
                  <a:srgbClr val="E8EEF7"/>
                </a:solidFill>
              </a:rPr>
              <a:t>Axl Urrutia</a:t>
            </a:r>
          </a:p>
        </p:txBody>
      </p:sp>
      <p:sp>
        <p:nvSpPr>
          <p:cNvPr id="49" name="team-role-0">
            <a:extLst xmlns:a="http://schemas.openxmlformats.org/drawingml/2006/main">
              <a:ext uri="{FF2B5EF4-FFF2-40B4-BE49-F238E27FC236}">
                <a16:creationId xmlns:a16="http://schemas.microsoft.com/office/drawing/2014/main" id="{273CAE14-B924-49D7-B344-A294ABDEE8CE}"/>
              </a:ext>
            </a:extLst>
          </p:cNvPr>
          <p:cNvSpPr>
            <a:spLocks xmlns:a="http://schemas.openxmlformats.org/drawingml/2006/main" noGrp="1"/>
          </p:cNvSpPr>
          <p:nvPr/>
        </p:nvSpPr>
        <p:spPr>
          <a:xfrm xmlns:a="http://schemas.openxmlformats.org/drawingml/2006/main">
            <a:off x="781050" y="5219700"/>
            <a:ext cx="2228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Arquitectura, backend e integración</a:t>
            </a:r>
          </a:p>
        </p:txBody>
      </p:sp>
      <p:sp>
        <p:nvSpPr>
          <p:cNvPr id="50" name="team-1">
            <a:extLst xmlns:a="http://schemas.openxmlformats.org/drawingml/2006/main">
              <a:ext uri="{FF2B5EF4-FFF2-40B4-BE49-F238E27FC236}">
                <a16:creationId xmlns:a16="http://schemas.microsoft.com/office/drawing/2014/main" id="{EF3E03D7-10F2-4A1A-8652-3DABCD30D9EB}"/>
              </a:ext>
            </a:extLst>
          </p:cNvPr>
          <p:cNvSpPr>
            <a:spLocks xmlns:a="http://schemas.openxmlformats.org/drawingml/2006/main" noGrp="1"/>
          </p:cNvSpPr>
          <p:nvPr/>
        </p:nvSpPr>
        <p:spPr>
          <a:xfrm xmlns:a="http://schemas.openxmlformats.org/drawingml/2006/main">
            <a:off x="3409950" y="4705350"/>
            <a:ext cx="2571750" cy="1047750"/>
          </a:xfrm>
          <a:prstGeom xmlns:a="http://schemas.openxmlformats.org/drawingml/2006/main" prst="roundRect">
            <a:avLst>
              <a:gd name="adj" fmla="val 7273"/>
            </a:avLst>
          </a:prstGeom>
          <a:solidFill xmlns:a="http://schemas.openxmlformats.org/drawingml/2006/main">
            <a:srgbClr val="132137"/>
          </a:solidFill>
          <a:ln xmlns:a="http://schemas.openxmlformats.org/drawingml/2006/main" w="9525">
            <a:solidFill>
              <a:srgbClr val="263B55"/>
            </a:solidFill>
          </a:ln>
        </p:spPr>
      </p:sp>
      <p:sp>
        <p:nvSpPr>
          <p:cNvPr id="51" name="team-name-1">
            <a:extLst xmlns:a="http://schemas.openxmlformats.org/drawingml/2006/main">
              <a:ext uri="{FF2B5EF4-FFF2-40B4-BE49-F238E27FC236}">
                <a16:creationId xmlns:a16="http://schemas.microsoft.com/office/drawing/2014/main" id="{4CB2F4C4-46B2-40AE-BE8D-9F7186D25C4B}"/>
              </a:ext>
            </a:extLst>
          </p:cNvPr>
          <p:cNvSpPr>
            <a:spLocks xmlns:a="http://schemas.openxmlformats.org/drawingml/2006/main" noGrp="1"/>
          </p:cNvSpPr>
          <p:nvPr/>
        </p:nvSpPr>
        <p:spPr>
          <a:xfrm xmlns:a="http://schemas.openxmlformats.org/drawingml/2006/main">
            <a:off x="3581400" y="48672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E8EEF7"/>
                </a:solidFill>
              </a:defRPr>
            </a:defPPr>
            <a:lvl1pPr algn="l">
              <a:defRPr sz="1650" b="1">
                <a:solidFill>
                  <a:srgbClr val="E8EEF7"/>
                </a:solidFill>
              </a:defRPr>
            </a:lvl1pPr>
            <a:lvl2pPr algn="l">
              <a:defRPr sz="1650" b="1">
                <a:solidFill>
                  <a:srgbClr val="E8EEF7"/>
                </a:solidFill>
              </a:defRPr>
            </a:lvl2pPr>
            <a:lvl3pPr algn="l">
              <a:defRPr sz="1650" b="1">
                <a:solidFill>
                  <a:srgbClr val="E8EEF7"/>
                </a:solidFill>
              </a:defRPr>
            </a:lvl3pPr>
            <a:lvl4pPr algn="l">
              <a:defRPr sz="1650" b="1">
                <a:solidFill>
                  <a:srgbClr val="E8EEF7"/>
                </a:solidFill>
              </a:defRPr>
            </a:lvl4pPr>
            <a:lvl5pPr algn="l">
              <a:defRPr sz="1650" b="1">
                <a:solidFill>
                  <a:srgbClr val="E8EEF7"/>
                </a:solidFill>
              </a:defRPr>
            </a:lvl5pPr>
            <a:lvl6pPr algn="l">
              <a:defRPr sz="1650" b="1">
                <a:solidFill>
                  <a:srgbClr val="E8EEF7"/>
                </a:solidFill>
              </a:defRPr>
            </a:lvl6pPr>
            <a:lvl7pPr algn="l">
              <a:defRPr sz="1650" b="1">
                <a:solidFill>
                  <a:srgbClr val="E8EEF7"/>
                </a:solidFill>
              </a:defRPr>
            </a:lvl7pPr>
            <a:lvl8pPr algn="l">
              <a:defRPr sz="1650" b="1">
                <a:solidFill>
                  <a:srgbClr val="E8EEF7"/>
                </a:solidFill>
              </a:defRPr>
            </a:lvl8pPr>
            <a:lvl9pPr algn="l">
              <a:defRPr sz="1650" b="1">
                <a:solidFill>
                  <a:srgbClr val="E8EEF7"/>
                </a:solidFill>
              </a:defRPr>
            </a:lvl9pPr>
          </a:lstStyle>
          <a:p xmlns:a="http://schemas.openxmlformats.org/drawingml/2006/main">
            <a:pPr algn="l">
              <a:defRPr sz="1650" b="1">
                <a:solidFill>
                  <a:srgbClr val="E8EEF7"/>
                </a:solidFill>
              </a:defRPr>
            </a:pPr>
            <a:r>
              <a:rPr sz="1650" b="1">
                <a:solidFill>
                  <a:srgbClr val="E8EEF7"/>
                </a:solidFill>
              </a:rPr>
              <a:t>Thomas Henriquez</a:t>
            </a:r>
          </a:p>
        </p:txBody>
      </p:sp>
      <p:sp>
        <p:nvSpPr>
          <p:cNvPr id="52" name="team-role-1">
            <a:extLst xmlns:a="http://schemas.openxmlformats.org/drawingml/2006/main">
              <a:ext uri="{FF2B5EF4-FFF2-40B4-BE49-F238E27FC236}">
                <a16:creationId xmlns:a16="http://schemas.microsoft.com/office/drawing/2014/main" id="{D97E1789-567B-48D4-B6BF-B232DA13924D}"/>
              </a:ext>
            </a:extLst>
          </p:cNvPr>
          <p:cNvSpPr>
            <a:spLocks xmlns:a="http://schemas.openxmlformats.org/drawingml/2006/main" noGrp="1"/>
          </p:cNvSpPr>
          <p:nvPr/>
        </p:nvSpPr>
        <p:spPr>
          <a:xfrm xmlns:a="http://schemas.openxmlformats.org/drawingml/2006/main">
            <a:off x="3581400" y="5219700"/>
            <a:ext cx="2228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Laboratorio y validación de red</a:t>
            </a:r>
          </a:p>
        </p:txBody>
      </p:sp>
      <p:sp>
        <p:nvSpPr>
          <p:cNvPr id="53" name="team-2">
            <a:extLst xmlns:a="http://schemas.openxmlformats.org/drawingml/2006/main">
              <a:ext uri="{FF2B5EF4-FFF2-40B4-BE49-F238E27FC236}">
                <a16:creationId xmlns:a16="http://schemas.microsoft.com/office/drawing/2014/main" id="{FFCE3223-BD6B-41F2-81DB-9D17AE444BEB}"/>
              </a:ext>
            </a:extLst>
          </p:cNvPr>
          <p:cNvSpPr>
            <a:spLocks xmlns:a="http://schemas.openxmlformats.org/drawingml/2006/main" noGrp="1"/>
          </p:cNvSpPr>
          <p:nvPr/>
        </p:nvSpPr>
        <p:spPr>
          <a:xfrm xmlns:a="http://schemas.openxmlformats.org/drawingml/2006/main">
            <a:off x="6210300" y="4705350"/>
            <a:ext cx="2571750" cy="1047750"/>
          </a:xfrm>
          <a:prstGeom xmlns:a="http://schemas.openxmlformats.org/drawingml/2006/main" prst="roundRect">
            <a:avLst>
              <a:gd name="adj" fmla="val 7273"/>
            </a:avLst>
          </a:prstGeom>
          <a:solidFill xmlns:a="http://schemas.openxmlformats.org/drawingml/2006/main">
            <a:srgbClr val="132137"/>
          </a:solidFill>
          <a:ln xmlns:a="http://schemas.openxmlformats.org/drawingml/2006/main" w="9525">
            <a:solidFill>
              <a:srgbClr val="263B55"/>
            </a:solidFill>
          </a:ln>
        </p:spPr>
      </p:sp>
      <p:sp>
        <p:nvSpPr>
          <p:cNvPr id="54" name="team-name-2">
            <a:extLst xmlns:a="http://schemas.openxmlformats.org/drawingml/2006/main">
              <a:ext uri="{FF2B5EF4-FFF2-40B4-BE49-F238E27FC236}">
                <a16:creationId xmlns:a16="http://schemas.microsoft.com/office/drawing/2014/main" id="{B258F656-D3AC-4CB1-9F6A-9016ED530313}"/>
              </a:ext>
            </a:extLst>
          </p:cNvPr>
          <p:cNvSpPr>
            <a:spLocks xmlns:a="http://schemas.openxmlformats.org/drawingml/2006/main" noGrp="1"/>
          </p:cNvSpPr>
          <p:nvPr/>
        </p:nvSpPr>
        <p:spPr>
          <a:xfrm xmlns:a="http://schemas.openxmlformats.org/drawingml/2006/main">
            <a:off x="6381750" y="48672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E8EEF7"/>
                </a:solidFill>
              </a:defRPr>
            </a:defPPr>
            <a:lvl1pPr algn="l">
              <a:defRPr sz="1650" b="1">
                <a:solidFill>
                  <a:srgbClr val="E8EEF7"/>
                </a:solidFill>
              </a:defRPr>
            </a:lvl1pPr>
            <a:lvl2pPr algn="l">
              <a:defRPr sz="1650" b="1">
                <a:solidFill>
                  <a:srgbClr val="E8EEF7"/>
                </a:solidFill>
              </a:defRPr>
            </a:lvl2pPr>
            <a:lvl3pPr algn="l">
              <a:defRPr sz="1650" b="1">
                <a:solidFill>
                  <a:srgbClr val="E8EEF7"/>
                </a:solidFill>
              </a:defRPr>
            </a:lvl3pPr>
            <a:lvl4pPr algn="l">
              <a:defRPr sz="1650" b="1">
                <a:solidFill>
                  <a:srgbClr val="E8EEF7"/>
                </a:solidFill>
              </a:defRPr>
            </a:lvl4pPr>
            <a:lvl5pPr algn="l">
              <a:defRPr sz="1650" b="1">
                <a:solidFill>
                  <a:srgbClr val="E8EEF7"/>
                </a:solidFill>
              </a:defRPr>
            </a:lvl5pPr>
            <a:lvl6pPr algn="l">
              <a:defRPr sz="1650" b="1">
                <a:solidFill>
                  <a:srgbClr val="E8EEF7"/>
                </a:solidFill>
              </a:defRPr>
            </a:lvl6pPr>
            <a:lvl7pPr algn="l">
              <a:defRPr sz="1650" b="1">
                <a:solidFill>
                  <a:srgbClr val="E8EEF7"/>
                </a:solidFill>
              </a:defRPr>
            </a:lvl7pPr>
            <a:lvl8pPr algn="l">
              <a:defRPr sz="1650" b="1">
                <a:solidFill>
                  <a:srgbClr val="E8EEF7"/>
                </a:solidFill>
              </a:defRPr>
            </a:lvl8pPr>
            <a:lvl9pPr algn="l">
              <a:defRPr sz="1650" b="1">
                <a:solidFill>
                  <a:srgbClr val="E8EEF7"/>
                </a:solidFill>
              </a:defRPr>
            </a:lvl9pPr>
          </a:lstStyle>
          <a:p xmlns:a="http://schemas.openxmlformats.org/drawingml/2006/main">
            <a:pPr algn="l">
              <a:defRPr sz="1650" b="1">
                <a:solidFill>
                  <a:srgbClr val="E8EEF7"/>
                </a:solidFill>
              </a:defRPr>
            </a:pPr>
            <a:r>
              <a:rPr sz="1650" b="1">
                <a:solidFill>
                  <a:srgbClr val="E8EEF7"/>
                </a:solidFill>
              </a:rPr>
              <a:t>Maikol Mamani</a:t>
            </a:r>
          </a:p>
        </p:txBody>
      </p:sp>
      <p:sp>
        <p:nvSpPr>
          <p:cNvPr id="55" name="team-role-2">
            <a:extLst xmlns:a="http://schemas.openxmlformats.org/drawingml/2006/main">
              <a:ext uri="{FF2B5EF4-FFF2-40B4-BE49-F238E27FC236}">
                <a16:creationId xmlns:a16="http://schemas.microsoft.com/office/drawing/2014/main" id="{5D489006-E18D-43B9-9DF1-47D2434186A8}"/>
              </a:ext>
            </a:extLst>
          </p:cNvPr>
          <p:cNvSpPr>
            <a:spLocks xmlns:a="http://schemas.openxmlformats.org/drawingml/2006/main" noGrp="1"/>
          </p:cNvSpPr>
          <p:nvPr/>
        </p:nvSpPr>
        <p:spPr>
          <a:xfrm xmlns:a="http://schemas.openxmlformats.org/drawingml/2006/main">
            <a:off x="6381750" y="5219700"/>
            <a:ext cx="2228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Reglas, seguridad y pruebas</a:t>
            </a:r>
          </a:p>
        </p:txBody>
      </p:sp>
      <p:sp>
        <p:nvSpPr>
          <p:cNvPr id="56" name="team-3">
            <a:extLst xmlns:a="http://schemas.openxmlformats.org/drawingml/2006/main">
              <a:ext uri="{FF2B5EF4-FFF2-40B4-BE49-F238E27FC236}">
                <a16:creationId xmlns:a16="http://schemas.microsoft.com/office/drawing/2014/main" id="{19EFE5AC-B832-4D56-8E85-3329DC37D57E}"/>
              </a:ext>
            </a:extLst>
          </p:cNvPr>
          <p:cNvSpPr>
            <a:spLocks xmlns:a="http://schemas.openxmlformats.org/drawingml/2006/main" noGrp="1"/>
          </p:cNvSpPr>
          <p:nvPr/>
        </p:nvSpPr>
        <p:spPr>
          <a:xfrm xmlns:a="http://schemas.openxmlformats.org/drawingml/2006/main">
            <a:off x="9010650" y="4705350"/>
            <a:ext cx="2571750" cy="1047750"/>
          </a:xfrm>
          <a:prstGeom xmlns:a="http://schemas.openxmlformats.org/drawingml/2006/main" prst="roundRect">
            <a:avLst>
              <a:gd name="adj" fmla="val 7273"/>
            </a:avLst>
          </a:prstGeom>
          <a:solidFill xmlns:a="http://schemas.openxmlformats.org/drawingml/2006/main">
            <a:srgbClr val="132137"/>
          </a:solidFill>
          <a:ln xmlns:a="http://schemas.openxmlformats.org/drawingml/2006/main" w="9525">
            <a:solidFill>
              <a:srgbClr val="263B55"/>
            </a:solidFill>
          </a:ln>
        </p:spPr>
      </p:sp>
      <p:sp>
        <p:nvSpPr>
          <p:cNvPr id="57" name="team-name-3">
            <a:extLst xmlns:a="http://schemas.openxmlformats.org/drawingml/2006/main">
              <a:ext uri="{FF2B5EF4-FFF2-40B4-BE49-F238E27FC236}">
                <a16:creationId xmlns:a16="http://schemas.microsoft.com/office/drawing/2014/main" id="{E306723F-7BD4-4F77-A6B4-3D776FCA50DC}"/>
              </a:ext>
            </a:extLst>
          </p:cNvPr>
          <p:cNvSpPr>
            <a:spLocks xmlns:a="http://schemas.openxmlformats.org/drawingml/2006/main" noGrp="1"/>
          </p:cNvSpPr>
          <p:nvPr/>
        </p:nvSpPr>
        <p:spPr>
          <a:xfrm xmlns:a="http://schemas.openxmlformats.org/drawingml/2006/main">
            <a:off x="9182100" y="48672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E8EEF7"/>
                </a:solidFill>
              </a:defRPr>
            </a:defPPr>
            <a:lvl1pPr algn="l">
              <a:defRPr sz="1650" b="1">
                <a:solidFill>
                  <a:srgbClr val="E8EEF7"/>
                </a:solidFill>
              </a:defRPr>
            </a:lvl1pPr>
            <a:lvl2pPr algn="l">
              <a:defRPr sz="1650" b="1">
                <a:solidFill>
                  <a:srgbClr val="E8EEF7"/>
                </a:solidFill>
              </a:defRPr>
            </a:lvl2pPr>
            <a:lvl3pPr algn="l">
              <a:defRPr sz="1650" b="1">
                <a:solidFill>
                  <a:srgbClr val="E8EEF7"/>
                </a:solidFill>
              </a:defRPr>
            </a:lvl3pPr>
            <a:lvl4pPr algn="l">
              <a:defRPr sz="1650" b="1">
                <a:solidFill>
                  <a:srgbClr val="E8EEF7"/>
                </a:solidFill>
              </a:defRPr>
            </a:lvl4pPr>
            <a:lvl5pPr algn="l">
              <a:defRPr sz="1650" b="1">
                <a:solidFill>
                  <a:srgbClr val="E8EEF7"/>
                </a:solidFill>
              </a:defRPr>
            </a:lvl5pPr>
            <a:lvl6pPr algn="l">
              <a:defRPr sz="1650" b="1">
                <a:solidFill>
                  <a:srgbClr val="E8EEF7"/>
                </a:solidFill>
              </a:defRPr>
            </a:lvl6pPr>
            <a:lvl7pPr algn="l">
              <a:defRPr sz="1650" b="1">
                <a:solidFill>
                  <a:srgbClr val="E8EEF7"/>
                </a:solidFill>
              </a:defRPr>
            </a:lvl7pPr>
            <a:lvl8pPr algn="l">
              <a:defRPr sz="1650" b="1">
                <a:solidFill>
                  <a:srgbClr val="E8EEF7"/>
                </a:solidFill>
              </a:defRPr>
            </a:lvl8pPr>
            <a:lvl9pPr algn="l">
              <a:defRPr sz="1650" b="1">
                <a:solidFill>
                  <a:srgbClr val="E8EEF7"/>
                </a:solidFill>
              </a:defRPr>
            </a:lvl9pPr>
          </a:lstStyle>
          <a:p xmlns:a="http://schemas.openxmlformats.org/drawingml/2006/main">
            <a:pPr algn="l">
              <a:defRPr sz="1650" b="1">
                <a:solidFill>
                  <a:srgbClr val="E8EEF7"/>
                </a:solidFill>
              </a:defRPr>
            </a:pPr>
            <a:r>
              <a:rPr sz="1650" b="1">
                <a:solidFill>
                  <a:srgbClr val="E8EEF7"/>
                </a:solidFill>
              </a:rPr>
              <a:t>Emilio Cortes</a:t>
            </a:r>
          </a:p>
        </p:txBody>
      </p:sp>
      <p:sp>
        <p:nvSpPr>
          <p:cNvPr id="58" name="team-role-3">
            <a:extLst xmlns:a="http://schemas.openxmlformats.org/drawingml/2006/main">
              <a:ext uri="{FF2B5EF4-FFF2-40B4-BE49-F238E27FC236}">
                <a16:creationId xmlns:a16="http://schemas.microsoft.com/office/drawing/2014/main" id="{DA8C2C98-ACC2-4707-A6A8-D64F7EA3C948}"/>
              </a:ext>
            </a:extLst>
          </p:cNvPr>
          <p:cNvSpPr>
            <a:spLocks xmlns:a="http://schemas.openxmlformats.org/drawingml/2006/main" noGrp="1"/>
          </p:cNvSpPr>
          <p:nvPr/>
        </p:nvSpPr>
        <p:spPr>
          <a:xfrm xmlns:a="http://schemas.openxmlformats.org/drawingml/2006/main">
            <a:off x="9182100" y="5219700"/>
            <a:ext cx="2228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Interfaz y documentación</a:t>
            </a:r>
          </a:p>
        </p:txBody>
      </p:sp>
      <p:sp>
        <p:nvSpPr>
          <p:cNvPr id="59" name="line-94">
            <a:extLst xmlns:a="http://schemas.openxmlformats.org/drawingml/2006/main">
              <a:ext uri="{FF2B5EF4-FFF2-40B4-BE49-F238E27FC236}">
                <a16:creationId xmlns:a16="http://schemas.microsoft.com/office/drawing/2014/main" id="{8FBB35C9-49D0-4026-AEDE-582F98952891}"/>
              </a:ext>
            </a:extLst>
          </p:cNvPr>
          <p:cNvSpPr>
            <a:spLocks xmlns:a="http://schemas.openxmlformats.org/drawingml/2006/main" noGrp="1"/>
          </p:cNvSpPr>
          <p:nvPr/>
        </p:nvSpPr>
        <p:spPr>
          <a:xfrm xmlns:a="http://schemas.openxmlformats.org/drawingml/2006/main">
            <a:off x="609600" y="597217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60" name="corte">
            <a:extLst xmlns:a="http://schemas.openxmlformats.org/drawingml/2006/main">
              <a:ext uri="{FF2B5EF4-FFF2-40B4-BE49-F238E27FC236}">
                <a16:creationId xmlns:a16="http://schemas.microsoft.com/office/drawing/2014/main" id="{9126E9E7-F245-4160-8F1D-A069F326ECE0}"/>
              </a:ext>
            </a:extLst>
          </p:cNvPr>
          <p:cNvSpPr>
            <a:spLocks xmlns:a="http://schemas.openxmlformats.org/drawingml/2006/main" noGrp="1"/>
          </p:cNvSpPr>
          <p:nvPr/>
        </p:nvSpPr>
        <p:spPr>
          <a:xfrm xmlns:a="http://schemas.openxmlformats.org/drawingml/2006/main">
            <a:off x="609600" y="61626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PTY4624 Capstone · Duoc UC · Corte documental: 26 de octubre de 2026</a:t>
            </a:r>
          </a:p>
        </p:txBody>
      </p:sp>
    </p:spTree>
    <p:extLst>
      <p:ext uri="{BB962C8B-B14F-4D97-AF65-F5344CB8AC3E}">
        <p14:creationId xmlns:p14="http://schemas.microsoft.com/office/powerpoint/2010/main" val="103072619"/>
      </p:ext>
    </p:extLst>
  </p:cSld>
</p:sld>
</file>

<file path=ppt/slides/slide2.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E1BEE0DF-51CA-4372-AC79-AC815BFE0E60}"/>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Recordatorio del proyecto</a:t>
            </a:r>
          </a:p>
        </p:txBody>
      </p:sp>
      <p:sp>
        <p:nvSpPr>
          <p:cNvPr id="3" name="pagina">
            <a:extLst xmlns:a="http://schemas.openxmlformats.org/drawingml/2006/main">
              <a:ext uri="{FF2B5EF4-FFF2-40B4-BE49-F238E27FC236}">
                <a16:creationId xmlns:a16="http://schemas.microsoft.com/office/drawing/2014/main" id="{B5C019CB-DFFC-41B0-89E7-0E609A1749D2}"/>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02/10</a:t>
            </a:r>
          </a:p>
        </p:txBody>
      </p:sp>
      <p:sp>
        <p:nvSpPr>
          <p:cNvPr id="4" name="node-7">
            <a:extLst xmlns:a="http://schemas.openxmlformats.org/drawingml/2006/main">
              <a:ext uri="{FF2B5EF4-FFF2-40B4-BE49-F238E27FC236}">
                <a16:creationId xmlns:a16="http://schemas.microsoft.com/office/drawing/2014/main" id="{0297A030-7647-4832-8C7F-5A145E7307CA}"/>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8">
            <a:extLst xmlns:a="http://schemas.openxmlformats.org/drawingml/2006/main">
              <a:ext uri="{FF2B5EF4-FFF2-40B4-BE49-F238E27FC236}">
                <a16:creationId xmlns:a16="http://schemas.microsoft.com/office/drawing/2014/main" id="{749E9392-DC4B-47BC-BEF3-DE4CA02A938E}"/>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9">
            <a:extLst xmlns:a="http://schemas.openxmlformats.org/drawingml/2006/main">
              <a:ext uri="{FF2B5EF4-FFF2-40B4-BE49-F238E27FC236}">
                <a16:creationId xmlns:a16="http://schemas.microsoft.com/office/drawing/2014/main" id="{36B3DA1D-DC65-4010-91A0-007C8A937FD8}"/>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10">
            <a:extLst xmlns:a="http://schemas.openxmlformats.org/drawingml/2006/main">
              <a:ext uri="{FF2B5EF4-FFF2-40B4-BE49-F238E27FC236}">
                <a16:creationId xmlns:a16="http://schemas.microsoft.com/office/drawing/2014/main" id="{B6321A4C-9681-4F62-9E9E-4ABE95474E27}"/>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11">
            <a:extLst xmlns:a="http://schemas.openxmlformats.org/drawingml/2006/main">
              <a:ext uri="{FF2B5EF4-FFF2-40B4-BE49-F238E27FC236}">
                <a16:creationId xmlns:a16="http://schemas.microsoft.com/office/drawing/2014/main" id="{D0CC0122-399E-4F58-94BE-D64D48991E0B}"/>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FF96506C-6581-4377-9FBD-475024663E66}"/>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12">
            <a:extLst xmlns:a="http://schemas.openxmlformats.org/drawingml/2006/main">
              <a:ext uri="{FF2B5EF4-FFF2-40B4-BE49-F238E27FC236}">
                <a16:creationId xmlns:a16="http://schemas.microsoft.com/office/drawing/2014/main" id="{104DEC82-B65B-4AC3-953E-9EC971F31334}"/>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7237C499-384A-4868-AD79-DADA7ACE7526}"/>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13">
            <a:extLst xmlns:a="http://schemas.openxmlformats.org/drawingml/2006/main">
              <a:ext uri="{FF2B5EF4-FFF2-40B4-BE49-F238E27FC236}">
                <a16:creationId xmlns:a16="http://schemas.microsoft.com/office/drawing/2014/main" id="{5ADA7C50-82C6-4211-A130-1C9A3818FFCD}"/>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overview-0">
            <a:extLst xmlns:a="http://schemas.openxmlformats.org/drawingml/2006/main">
              <a:ext uri="{FF2B5EF4-FFF2-40B4-BE49-F238E27FC236}">
                <a16:creationId xmlns:a16="http://schemas.microsoft.com/office/drawing/2014/main" id="{A34C821E-A265-449A-9EB4-364F19A2255B}"/>
              </a:ext>
            </a:extLst>
          </p:cNvPr>
          <p:cNvSpPr>
            <a:spLocks xmlns:a="http://schemas.openxmlformats.org/drawingml/2006/main" noGrp="1"/>
          </p:cNvSpPr>
          <p:nvPr/>
        </p:nvSpPr>
        <p:spPr>
          <a:xfrm xmlns:a="http://schemas.openxmlformats.org/drawingml/2006/main">
            <a:off x="609600" y="1695450"/>
            <a:ext cx="3352800" cy="2381250"/>
          </a:xfrm>
          <a:prstGeom xmlns:a="http://schemas.openxmlformats.org/drawingml/2006/main" prst="roundRect">
            <a:avLst>
              <a:gd name="adj" fmla="val 3200"/>
            </a:avLst>
          </a:prstGeom>
          <a:solidFill xmlns:a="http://schemas.openxmlformats.org/drawingml/2006/main">
            <a:srgbClr val="132137"/>
          </a:solidFill>
          <a:ln xmlns:a="http://schemas.openxmlformats.org/drawingml/2006/main" w="9525">
            <a:solidFill>
              <a:srgbClr val="263B55"/>
            </a:solidFill>
          </a:ln>
        </p:spPr>
      </p:sp>
      <p:sp>
        <p:nvSpPr>
          <p:cNvPr id="14" name="icon-95">
            <a:extLst xmlns:a="http://schemas.openxmlformats.org/drawingml/2006/main">
              <a:ext uri="{FF2B5EF4-FFF2-40B4-BE49-F238E27FC236}">
                <a16:creationId xmlns:a16="http://schemas.microsoft.com/office/drawing/2014/main" id="{606F5190-3F3F-49CE-8CE1-A5892FEAF4CE}"/>
              </a:ext>
            </a:extLst>
          </p:cNvPr>
          <p:cNvSpPr>
            <a:spLocks xmlns:a="http://schemas.openxmlformats.org/drawingml/2006/main" noGrp="1"/>
          </p:cNvSpPr>
          <p:nvPr/>
        </p:nvSpPr>
        <p:spPr>
          <a:xfrm xmlns:a="http://schemas.openxmlformats.org/drawingml/2006/main">
            <a:off x="828675" y="1914525"/>
            <a:ext cx="171450" cy="171450"/>
          </a:xfrm>
          <a:prstGeom xmlns:a="http://schemas.openxmlformats.org/drawingml/2006/main" prst="ellipse">
            <a:avLst/>
          </a:prstGeom>
          <a:noFill xmlns:a="http://schemas.openxmlformats.org/drawingml/2006/main"/>
          <a:ln xmlns:a="http://schemas.openxmlformats.org/drawingml/2006/main" w="16193">
            <a:solidFill>
              <a:srgbClr val="58C6E4"/>
            </a:solidFill>
          </a:ln>
        </p:spPr>
      </p:sp>
      <p:sp>
        <p:nvSpPr>
          <p:cNvPr id="15" name="line-96">
            <a:extLst xmlns:a="http://schemas.openxmlformats.org/drawingml/2006/main">
              <a:ext uri="{FF2B5EF4-FFF2-40B4-BE49-F238E27FC236}">
                <a16:creationId xmlns:a16="http://schemas.microsoft.com/office/drawing/2014/main" id="{1C5BE832-D73E-4898-A386-8AA1DB16ECB2}"/>
              </a:ext>
            </a:extLst>
          </p:cNvPr>
          <p:cNvSpPr>
            <a:spLocks xmlns:a="http://schemas.openxmlformats.org/drawingml/2006/main" noGrp="1"/>
          </p:cNvSpPr>
          <p:nvPr/>
        </p:nvSpPr>
        <p:spPr>
          <a:xfrm xmlns:a="http://schemas.openxmlformats.org/drawingml/2006/main">
            <a:off x="981075" y="2066925"/>
            <a:ext cx="95250" cy="952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16" name="overview-title-0">
            <a:extLst xmlns:a="http://schemas.openxmlformats.org/drawingml/2006/main">
              <a:ext uri="{FF2B5EF4-FFF2-40B4-BE49-F238E27FC236}">
                <a16:creationId xmlns:a16="http://schemas.microsoft.com/office/drawing/2014/main" id="{0B873B10-4BBA-4347-B3E6-B53A10A623AC}"/>
              </a:ext>
            </a:extLst>
          </p:cNvPr>
          <p:cNvSpPr>
            <a:spLocks xmlns:a="http://schemas.openxmlformats.org/drawingml/2006/main" noGrp="1"/>
          </p:cNvSpPr>
          <p:nvPr/>
        </p:nvSpPr>
        <p:spPr>
          <a:xfrm xmlns:a="http://schemas.openxmlformats.org/drawingml/2006/main">
            <a:off x="819150" y="2324100"/>
            <a:ext cx="293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Problema</a:t>
            </a:r>
          </a:p>
        </p:txBody>
      </p:sp>
      <p:sp>
        <p:nvSpPr>
          <p:cNvPr id="17" name="overview-body-0">
            <a:extLst xmlns:a="http://schemas.openxmlformats.org/drawingml/2006/main">
              <a:ext uri="{FF2B5EF4-FFF2-40B4-BE49-F238E27FC236}">
                <a16:creationId xmlns:a16="http://schemas.microsoft.com/office/drawing/2014/main" id="{56F0D362-41A3-4988-8916-F06F2062CF30}"/>
              </a:ext>
            </a:extLst>
          </p:cNvPr>
          <p:cNvSpPr>
            <a:spLocks xmlns:a="http://schemas.openxmlformats.org/drawingml/2006/main" noGrp="1"/>
          </p:cNvSpPr>
          <p:nvPr/>
        </p:nvSpPr>
        <p:spPr>
          <a:xfrm xmlns:a="http://schemas.openxmlformats.org/drawingml/2006/main">
            <a:off x="819150" y="2800350"/>
            <a:ext cx="2933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A5B6CD"/>
                </a:solidFill>
              </a:defRPr>
            </a:defPPr>
            <a:lvl1pPr algn="l">
              <a:defRPr sz="1650" b="0">
                <a:solidFill>
                  <a:srgbClr val="A5B6CD"/>
                </a:solidFill>
              </a:defRPr>
            </a:lvl1pPr>
            <a:lvl2pPr algn="l">
              <a:defRPr sz="1650" b="0">
                <a:solidFill>
                  <a:srgbClr val="A5B6CD"/>
                </a:solidFill>
              </a:defRPr>
            </a:lvl2pPr>
            <a:lvl3pPr algn="l">
              <a:defRPr sz="1650" b="0">
                <a:solidFill>
                  <a:srgbClr val="A5B6CD"/>
                </a:solidFill>
              </a:defRPr>
            </a:lvl3pPr>
            <a:lvl4pPr algn="l">
              <a:defRPr sz="1650" b="0">
                <a:solidFill>
                  <a:srgbClr val="A5B6CD"/>
                </a:solidFill>
              </a:defRPr>
            </a:lvl4pPr>
            <a:lvl5pPr algn="l">
              <a:defRPr sz="1650" b="0">
                <a:solidFill>
                  <a:srgbClr val="A5B6CD"/>
                </a:solidFill>
              </a:defRPr>
            </a:lvl5pPr>
            <a:lvl6pPr algn="l">
              <a:defRPr sz="1650" b="0">
                <a:solidFill>
                  <a:srgbClr val="A5B6CD"/>
                </a:solidFill>
              </a:defRPr>
            </a:lvl6pPr>
            <a:lvl7pPr algn="l">
              <a:defRPr sz="1650" b="0">
                <a:solidFill>
                  <a:srgbClr val="A5B6CD"/>
                </a:solidFill>
              </a:defRPr>
            </a:lvl7pPr>
            <a:lvl8pPr algn="l">
              <a:defRPr sz="1650" b="0">
                <a:solidFill>
                  <a:srgbClr val="A5B6CD"/>
                </a:solidFill>
              </a:defRPr>
            </a:lvl8pPr>
            <a:lvl9pPr algn="l">
              <a:defRPr sz="1650" b="0">
                <a:solidFill>
                  <a:srgbClr val="A5B6CD"/>
                </a:solidFill>
              </a:defRPr>
            </a:lvl9pPr>
          </a:lstStyle>
          <a:p xmlns:a="http://schemas.openxmlformats.org/drawingml/2006/main">
            <a:pPr algn="l">
              <a:defRPr sz="1650" b="0">
                <a:solidFill>
                  <a:srgbClr val="A5B6CD"/>
                </a:solidFill>
              </a:defRPr>
            </a:pPr>
            <a:r>
              <a:rPr sz="1650" b="0">
                <a:solidFill>
                  <a:srgbClr val="A5B6CD"/>
                </a:solidFill>
              </a:rPr>
              <a:t>La revisión manual dificulta repetir y justificar diagnósticos.</a:t>
            </a:r>
          </a:p>
        </p:txBody>
      </p:sp>
      <p:sp>
        <p:nvSpPr>
          <p:cNvPr id="18" name="overview-1">
            <a:extLst xmlns:a="http://schemas.openxmlformats.org/drawingml/2006/main">
              <a:ext uri="{FF2B5EF4-FFF2-40B4-BE49-F238E27FC236}">
                <a16:creationId xmlns:a16="http://schemas.microsoft.com/office/drawing/2014/main" id="{77945A28-7E66-4512-A7C0-571399717C19}"/>
              </a:ext>
            </a:extLst>
          </p:cNvPr>
          <p:cNvSpPr>
            <a:spLocks xmlns:a="http://schemas.openxmlformats.org/drawingml/2006/main" noGrp="1"/>
          </p:cNvSpPr>
          <p:nvPr/>
        </p:nvSpPr>
        <p:spPr>
          <a:xfrm xmlns:a="http://schemas.openxmlformats.org/drawingml/2006/main">
            <a:off x="4419600" y="1695450"/>
            <a:ext cx="3352800" cy="2381250"/>
          </a:xfrm>
          <a:prstGeom xmlns:a="http://schemas.openxmlformats.org/drawingml/2006/main" prst="roundRect">
            <a:avLst>
              <a:gd name="adj" fmla="val 3200"/>
            </a:avLst>
          </a:prstGeom>
          <a:solidFill xmlns:a="http://schemas.openxmlformats.org/drawingml/2006/main">
            <a:srgbClr val="132137"/>
          </a:solidFill>
          <a:ln xmlns:a="http://schemas.openxmlformats.org/drawingml/2006/main" w="9525">
            <a:solidFill>
              <a:srgbClr val="263B55"/>
            </a:solidFill>
          </a:ln>
        </p:spPr>
      </p:sp>
      <p:sp>
        <p:nvSpPr>
          <p:cNvPr id="19" name="line-97">
            <a:extLst xmlns:a="http://schemas.openxmlformats.org/drawingml/2006/main">
              <a:ext uri="{FF2B5EF4-FFF2-40B4-BE49-F238E27FC236}">
                <a16:creationId xmlns:a16="http://schemas.microsoft.com/office/drawing/2014/main" id="{F5AEFCC5-B8ED-4DB5-9442-04AC1F63C64F}"/>
              </a:ext>
            </a:extLst>
          </p:cNvPr>
          <p:cNvSpPr>
            <a:spLocks xmlns:a="http://schemas.openxmlformats.org/drawingml/2006/main" noGrp="1"/>
          </p:cNvSpPr>
          <p:nvPr/>
        </p:nvSpPr>
        <p:spPr>
          <a:xfrm xmlns:a="http://schemas.openxmlformats.org/drawingml/2006/main">
            <a:off x="4762500" y="1971675"/>
            <a:ext cx="9525" cy="857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0" name="line-98">
            <a:extLst xmlns:a="http://schemas.openxmlformats.org/drawingml/2006/main">
              <a:ext uri="{FF2B5EF4-FFF2-40B4-BE49-F238E27FC236}">
                <a16:creationId xmlns:a16="http://schemas.microsoft.com/office/drawing/2014/main" id="{8F140879-988A-4DFC-A713-7CEA73475189}"/>
              </a:ext>
            </a:extLst>
          </p:cNvPr>
          <p:cNvSpPr>
            <a:spLocks xmlns:a="http://schemas.openxmlformats.org/drawingml/2006/main" noGrp="1"/>
          </p:cNvSpPr>
          <p:nvPr/>
        </p:nvSpPr>
        <p:spPr>
          <a:xfrm xmlns:a="http://schemas.openxmlformats.org/drawingml/2006/main">
            <a:off x="4667250" y="2057400"/>
            <a:ext cx="1905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1" name="line-99">
            <a:extLst xmlns:a="http://schemas.openxmlformats.org/drawingml/2006/main">
              <a:ext uri="{FF2B5EF4-FFF2-40B4-BE49-F238E27FC236}">
                <a16:creationId xmlns:a16="http://schemas.microsoft.com/office/drawing/2014/main" id="{4F5817E7-FD46-426C-91CA-3B005C05242D}"/>
              </a:ext>
            </a:extLst>
          </p:cNvPr>
          <p:cNvSpPr>
            <a:spLocks xmlns:a="http://schemas.openxmlformats.org/drawingml/2006/main" noGrp="1"/>
          </p:cNvSpPr>
          <p:nvPr/>
        </p:nvSpPr>
        <p:spPr>
          <a:xfrm xmlns:a="http://schemas.openxmlformats.org/drawingml/2006/main">
            <a:off x="4667250" y="2057400"/>
            <a:ext cx="9525" cy="571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2" name="line-100">
            <a:extLst xmlns:a="http://schemas.openxmlformats.org/drawingml/2006/main">
              <a:ext uri="{FF2B5EF4-FFF2-40B4-BE49-F238E27FC236}">
                <a16:creationId xmlns:a16="http://schemas.microsoft.com/office/drawing/2014/main" id="{AD998D20-B852-473F-AEAA-68DDCDF08724}"/>
              </a:ext>
            </a:extLst>
          </p:cNvPr>
          <p:cNvSpPr>
            <a:spLocks xmlns:a="http://schemas.openxmlformats.org/drawingml/2006/main" noGrp="1"/>
          </p:cNvSpPr>
          <p:nvPr/>
        </p:nvSpPr>
        <p:spPr>
          <a:xfrm xmlns:a="http://schemas.openxmlformats.org/drawingml/2006/main">
            <a:off x="4857750" y="2057400"/>
            <a:ext cx="9525" cy="571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3" name="icon-101">
            <a:extLst xmlns:a="http://schemas.openxmlformats.org/drawingml/2006/main">
              <a:ext uri="{FF2B5EF4-FFF2-40B4-BE49-F238E27FC236}">
                <a16:creationId xmlns:a16="http://schemas.microsoft.com/office/drawing/2014/main" id="{6FFC89C6-D90B-4A28-8C81-33BFE7A40117}"/>
              </a:ext>
            </a:extLst>
          </p:cNvPr>
          <p:cNvSpPr>
            <a:spLocks xmlns:a="http://schemas.openxmlformats.org/drawingml/2006/main" noGrp="1"/>
          </p:cNvSpPr>
          <p:nvPr/>
        </p:nvSpPr>
        <p:spPr>
          <a:xfrm xmlns:a="http://schemas.openxmlformats.org/drawingml/2006/main">
            <a:off x="4714875" y="1905000"/>
            <a:ext cx="95250" cy="66675"/>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4" name="icon-102">
            <a:extLst xmlns:a="http://schemas.openxmlformats.org/drawingml/2006/main">
              <a:ext uri="{FF2B5EF4-FFF2-40B4-BE49-F238E27FC236}">
                <a16:creationId xmlns:a16="http://schemas.microsoft.com/office/drawing/2014/main" id="{5EE87579-A2FC-4301-BE96-6C28E2782FB3}"/>
              </a:ext>
            </a:extLst>
          </p:cNvPr>
          <p:cNvSpPr>
            <a:spLocks xmlns:a="http://schemas.openxmlformats.org/drawingml/2006/main" noGrp="1"/>
          </p:cNvSpPr>
          <p:nvPr/>
        </p:nvSpPr>
        <p:spPr>
          <a:xfrm xmlns:a="http://schemas.openxmlformats.org/drawingml/2006/main">
            <a:off x="4629150" y="2114550"/>
            <a:ext cx="76200" cy="57150"/>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5" name="icon-103">
            <a:extLst xmlns:a="http://schemas.openxmlformats.org/drawingml/2006/main">
              <a:ext uri="{FF2B5EF4-FFF2-40B4-BE49-F238E27FC236}">
                <a16:creationId xmlns:a16="http://schemas.microsoft.com/office/drawing/2014/main" id="{2C0E8690-4ECD-4295-8F95-B539B690A27D}"/>
              </a:ext>
            </a:extLst>
          </p:cNvPr>
          <p:cNvSpPr>
            <a:spLocks xmlns:a="http://schemas.openxmlformats.org/drawingml/2006/main" noGrp="1"/>
          </p:cNvSpPr>
          <p:nvPr/>
        </p:nvSpPr>
        <p:spPr>
          <a:xfrm xmlns:a="http://schemas.openxmlformats.org/drawingml/2006/main">
            <a:off x="4819650" y="2114550"/>
            <a:ext cx="76200" cy="57150"/>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6" name="overview-title-1">
            <a:extLst xmlns:a="http://schemas.openxmlformats.org/drawingml/2006/main">
              <a:ext uri="{FF2B5EF4-FFF2-40B4-BE49-F238E27FC236}">
                <a16:creationId xmlns:a16="http://schemas.microsoft.com/office/drawing/2014/main" id="{FD79D8B8-E18A-4653-8798-F05D1A73AC23}"/>
              </a:ext>
            </a:extLst>
          </p:cNvPr>
          <p:cNvSpPr>
            <a:spLocks xmlns:a="http://schemas.openxmlformats.org/drawingml/2006/main" noGrp="1"/>
          </p:cNvSpPr>
          <p:nvPr/>
        </p:nvSpPr>
        <p:spPr>
          <a:xfrm xmlns:a="http://schemas.openxmlformats.org/drawingml/2006/main">
            <a:off x="4629150" y="2324100"/>
            <a:ext cx="293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Objetivo</a:t>
            </a:r>
          </a:p>
        </p:txBody>
      </p:sp>
      <p:sp>
        <p:nvSpPr>
          <p:cNvPr id="27" name="overview-body-1">
            <a:extLst xmlns:a="http://schemas.openxmlformats.org/drawingml/2006/main">
              <a:ext uri="{FF2B5EF4-FFF2-40B4-BE49-F238E27FC236}">
                <a16:creationId xmlns:a16="http://schemas.microsoft.com/office/drawing/2014/main" id="{498E6E6E-2E6F-4B89-AD46-9C64DB6F01B2}"/>
              </a:ext>
            </a:extLst>
          </p:cNvPr>
          <p:cNvSpPr>
            <a:spLocks xmlns:a="http://schemas.openxmlformats.org/drawingml/2006/main" noGrp="1"/>
          </p:cNvSpPr>
          <p:nvPr/>
        </p:nvSpPr>
        <p:spPr>
          <a:xfrm xmlns:a="http://schemas.openxmlformats.org/drawingml/2006/main">
            <a:off x="4629150" y="2800350"/>
            <a:ext cx="2933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A5B6CD"/>
                </a:solidFill>
              </a:defRPr>
            </a:defPPr>
            <a:lvl1pPr algn="l">
              <a:defRPr sz="1650" b="0">
                <a:solidFill>
                  <a:srgbClr val="A5B6CD"/>
                </a:solidFill>
              </a:defRPr>
            </a:lvl1pPr>
            <a:lvl2pPr algn="l">
              <a:defRPr sz="1650" b="0">
                <a:solidFill>
                  <a:srgbClr val="A5B6CD"/>
                </a:solidFill>
              </a:defRPr>
            </a:lvl2pPr>
            <a:lvl3pPr algn="l">
              <a:defRPr sz="1650" b="0">
                <a:solidFill>
                  <a:srgbClr val="A5B6CD"/>
                </a:solidFill>
              </a:defRPr>
            </a:lvl3pPr>
            <a:lvl4pPr algn="l">
              <a:defRPr sz="1650" b="0">
                <a:solidFill>
                  <a:srgbClr val="A5B6CD"/>
                </a:solidFill>
              </a:defRPr>
            </a:lvl4pPr>
            <a:lvl5pPr algn="l">
              <a:defRPr sz="1650" b="0">
                <a:solidFill>
                  <a:srgbClr val="A5B6CD"/>
                </a:solidFill>
              </a:defRPr>
            </a:lvl5pPr>
            <a:lvl6pPr algn="l">
              <a:defRPr sz="1650" b="0">
                <a:solidFill>
                  <a:srgbClr val="A5B6CD"/>
                </a:solidFill>
              </a:defRPr>
            </a:lvl6pPr>
            <a:lvl7pPr algn="l">
              <a:defRPr sz="1650" b="0">
                <a:solidFill>
                  <a:srgbClr val="A5B6CD"/>
                </a:solidFill>
              </a:defRPr>
            </a:lvl7pPr>
            <a:lvl8pPr algn="l">
              <a:defRPr sz="1650" b="0">
                <a:solidFill>
                  <a:srgbClr val="A5B6CD"/>
                </a:solidFill>
              </a:defRPr>
            </a:lvl8pPr>
            <a:lvl9pPr algn="l">
              <a:defRPr sz="1650" b="0">
                <a:solidFill>
                  <a:srgbClr val="A5B6CD"/>
                </a:solidFill>
              </a:defRPr>
            </a:lvl9pPr>
          </a:lstStyle>
          <a:p xmlns:a="http://schemas.openxmlformats.org/drawingml/2006/main">
            <a:pPr algn="l">
              <a:defRPr sz="1650" b="0">
                <a:solidFill>
                  <a:srgbClr val="A5B6CD"/>
                </a:solidFill>
              </a:defRPr>
            </a:pPr>
            <a:r>
              <a:rPr sz="1650" b="0">
                <a:solidFill>
                  <a:srgbClr val="A5B6CD"/>
                </a:solidFill>
              </a:rPr>
              <a:t>Desarrollar un auditor Cisco con reglas y evidencia trazable.</a:t>
            </a:r>
          </a:p>
        </p:txBody>
      </p:sp>
      <p:sp>
        <p:nvSpPr>
          <p:cNvPr id="28" name="overview-2">
            <a:extLst xmlns:a="http://schemas.openxmlformats.org/drawingml/2006/main">
              <a:ext uri="{FF2B5EF4-FFF2-40B4-BE49-F238E27FC236}">
                <a16:creationId xmlns:a16="http://schemas.microsoft.com/office/drawing/2014/main" id="{BA00F24F-D049-4FAE-9DDA-E656F9D87013}"/>
              </a:ext>
            </a:extLst>
          </p:cNvPr>
          <p:cNvSpPr>
            <a:spLocks xmlns:a="http://schemas.openxmlformats.org/drawingml/2006/main" noGrp="1"/>
          </p:cNvSpPr>
          <p:nvPr/>
        </p:nvSpPr>
        <p:spPr>
          <a:xfrm xmlns:a="http://schemas.openxmlformats.org/drawingml/2006/main">
            <a:off x="8229600" y="1695450"/>
            <a:ext cx="3352800" cy="2381250"/>
          </a:xfrm>
          <a:prstGeom xmlns:a="http://schemas.openxmlformats.org/drawingml/2006/main" prst="roundRect">
            <a:avLst>
              <a:gd name="adj" fmla="val 3200"/>
            </a:avLst>
          </a:prstGeom>
          <a:solidFill xmlns:a="http://schemas.openxmlformats.org/drawingml/2006/main">
            <a:srgbClr val="132137"/>
          </a:solidFill>
          <a:ln xmlns:a="http://schemas.openxmlformats.org/drawingml/2006/main" w="9525">
            <a:solidFill>
              <a:srgbClr val="263B55"/>
            </a:solidFill>
          </a:ln>
        </p:spPr>
      </p:sp>
      <p:sp>
        <p:nvSpPr>
          <p:cNvPr id="29" name="line-104">
            <a:extLst xmlns:a="http://schemas.openxmlformats.org/drawingml/2006/main">
              <a:ext uri="{FF2B5EF4-FFF2-40B4-BE49-F238E27FC236}">
                <a16:creationId xmlns:a16="http://schemas.microsoft.com/office/drawing/2014/main" id="{D23097D5-EE87-4344-AFC0-3F4BA9644B8A}"/>
              </a:ext>
            </a:extLst>
          </p:cNvPr>
          <p:cNvSpPr>
            <a:spLocks xmlns:a="http://schemas.openxmlformats.org/drawingml/2006/main" noGrp="1"/>
          </p:cNvSpPr>
          <p:nvPr/>
        </p:nvSpPr>
        <p:spPr>
          <a:xfrm xmlns:a="http://schemas.openxmlformats.org/drawingml/2006/main">
            <a:off x="8572500" y="1905000"/>
            <a:ext cx="104775" cy="476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0" name="line-105">
            <a:extLst xmlns:a="http://schemas.openxmlformats.org/drawingml/2006/main">
              <a:ext uri="{FF2B5EF4-FFF2-40B4-BE49-F238E27FC236}">
                <a16:creationId xmlns:a16="http://schemas.microsoft.com/office/drawing/2014/main" id="{F05085C1-A1C2-48A3-9A56-33D68B959119}"/>
              </a:ext>
            </a:extLst>
          </p:cNvPr>
          <p:cNvSpPr>
            <a:spLocks xmlns:a="http://schemas.openxmlformats.org/drawingml/2006/main" noGrp="1"/>
          </p:cNvSpPr>
          <p:nvPr/>
        </p:nvSpPr>
        <p:spPr>
          <a:xfrm xmlns:a="http://schemas.openxmlformats.org/drawingml/2006/main" flipV="1">
            <a:off x="8658225" y="1952625"/>
            <a:ext cx="19050" cy="1238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1" name="line-106">
            <a:extLst xmlns:a="http://schemas.openxmlformats.org/drawingml/2006/main">
              <a:ext uri="{FF2B5EF4-FFF2-40B4-BE49-F238E27FC236}">
                <a16:creationId xmlns:a16="http://schemas.microsoft.com/office/drawing/2014/main" id="{5B5B34EF-14AA-4DA3-81A8-B52344254F18}"/>
              </a:ext>
            </a:extLst>
          </p:cNvPr>
          <p:cNvSpPr>
            <a:spLocks xmlns:a="http://schemas.openxmlformats.org/drawingml/2006/main" noGrp="1"/>
          </p:cNvSpPr>
          <p:nvPr/>
        </p:nvSpPr>
        <p:spPr>
          <a:xfrm xmlns:a="http://schemas.openxmlformats.org/drawingml/2006/main" flipV="1">
            <a:off x="8572500" y="2076450"/>
            <a:ext cx="85725" cy="952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2" name="line-107">
            <a:extLst xmlns:a="http://schemas.openxmlformats.org/drawingml/2006/main">
              <a:ext uri="{FF2B5EF4-FFF2-40B4-BE49-F238E27FC236}">
                <a16:creationId xmlns:a16="http://schemas.microsoft.com/office/drawing/2014/main" id="{1B161EBC-8650-4CE4-9262-A4608F7259BA}"/>
              </a:ext>
            </a:extLst>
          </p:cNvPr>
          <p:cNvSpPr>
            <a:spLocks xmlns:a="http://schemas.openxmlformats.org/drawingml/2006/main" noGrp="1"/>
          </p:cNvSpPr>
          <p:nvPr/>
        </p:nvSpPr>
        <p:spPr>
          <a:xfrm xmlns:a="http://schemas.openxmlformats.org/drawingml/2006/main">
            <a:off x="8486775" y="2076450"/>
            <a:ext cx="85725" cy="952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3" name="line-108">
            <a:extLst xmlns:a="http://schemas.openxmlformats.org/drawingml/2006/main">
              <a:ext uri="{FF2B5EF4-FFF2-40B4-BE49-F238E27FC236}">
                <a16:creationId xmlns:a16="http://schemas.microsoft.com/office/drawing/2014/main" id="{AADABBF0-79FE-4646-BF73-26927D03D50A}"/>
              </a:ext>
            </a:extLst>
          </p:cNvPr>
          <p:cNvSpPr>
            <a:spLocks xmlns:a="http://schemas.openxmlformats.org/drawingml/2006/main" noGrp="1"/>
          </p:cNvSpPr>
          <p:nvPr/>
        </p:nvSpPr>
        <p:spPr>
          <a:xfrm xmlns:a="http://schemas.openxmlformats.org/drawingml/2006/main">
            <a:off x="8467725" y="1952625"/>
            <a:ext cx="19050" cy="1238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4" name="line-109">
            <a:extLst xmlns:a="http://schemas.openxmlformats.org/drawingml/2006/main">
              <a:ext uri="{FF2B5EF4-FFF2-40B4-BE49-F238E27FC236}">
                <a16:creationId xmlns:a16="http://schemas.microsoft.com/office/drawing/2014/main" id="{3AAF5DBD-99E3-45AA-8D86-16D2DC4A7997}"/>
              </a:ext>
            </a:extLst>
          </p:cNvPr>
          <p:cNvSpPr>
            <a:spLocks xmlns:a="http://schemas.openxmlformats.org/drawingml/2006/main" noGrp="1"/>
          </p:cNvSpPr>
          <p:nvPr/>
        </p:nvSpPr>
        <p:spPr>
          <a:xfrm xmlns:a="http://schemas.openxmlformats.org/drawingml/2006/main" flipV="1">
            <a:off x="8467725" y="1905000"/>
            <a:ext cx="104775" cy="476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5" name="line-110">
            <a:extLst xmlns:a="http://schemas.openxmlformats.org/drawingml/2006/main">
              <a:ext uri="{FF2B5EF4-FFF2-40B4-BE49-F238E27FC236}">
                <a16:creationId xmlns:a16="http://schemas.microsoft.com/office/drawing/2014/main" id="{D0C2C76D-4708-4EEF-9B31-911845EFBA30}"/>
              </a:ext>
            </a:extLst>
          </p:cNvPr>
          <p:cNvSpPr>
            <a:spLocks xmlns:a="http://schemas.openxmlformats.org/drawingml/2006/main" noGrp="1"/>
          </p:cNvSpPr>
          <p:nvPr/>
        </p:nvSpPr>
        <p:spPr>
          <a:xfrm xmlns:a="http://schemas.openxmlformats.org/drawingml/2006/main">
            <a:off x="8524875" y="2028825"/>
            <a:ext cx="38100" cy="3810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6" name="line-111">
            <a:extLst xmlns:a="http://schemas.openxmlformats.org/drawingml/2006/main">
              <a:ext uri="{FF2B5EF4-FFF2-40B4-BE49-F238E27FC236}">
                <a16:creationId xmlns:a16="http://schemas.microsoft.com/office/drawing/2014/main" id="{DD804693-4BA8-4A79-8AD2-0797FD228C44}"/>
              </a:ext>
            </a:extLst>
          </p:cNvPr>
          <p:cNvSpPr>
            <a:spLocks xmlns:a="http://schemas.openxmlformats.org/drawingml/2006/main" noGrp="1"/>
          </p:cNvSpPr>
          <p:nvPr/>
        </p:nvSpPr>
        <p:spPr>
          <a:xfrm xmlns:a="http://schemas.openxmlformats.org/drawingml/2006/main" flipV="1">
            <a:off x="8562975" y="1990725"/>
            <a:ext cx="66675" cy="7620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7" name="overview-title-2">
            <a:extLst xmlns:a="http://schemas.openxmlformats.org/drawingml/2006/main">
              <a:ext uri="{FF2B5EF4-FFF2-40B4-BE49-F238E27FC236}">
                <a16:creationId xmlns:a16="http://schemas.microsoft.com/office/drawing/2014/main" id="{16404B85-6425-4356-A6FE-83EDC65A90AE}"/>
              </a:ext>
            </a:extLst>
          </p:cNvPr>
          <p:cNvSpPr>
            <a:spLocks xmlns:a="http://schemas.openxmlformats.org/drawingml/2006/main" noGrp="1"/>
          </p:cNvSpPr>
          <p:nvPr/>
        </p:nvSpPr>
        <p:spPr>
          <a:xfrm xmlns:a="http://schemas.openxmlformats.org/drawingml/2006/main">
            <a:off x="8439150" y="2324100"/>
            <a:ext cx="293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Alcance</a:t>
            </a:r>
          </a:p>
        </p:txBody>
      </p:sp>
      <p:sp>
        <p:nvSpPr>
          <p:cNvPr id="38" name="overview-body-2">
            <a:extLst xmlns:a="http://schemas.openxmlformats.org/drawingml/2006/main">
              <a:ext uri="{FF2B5EF4-FFF2-40B4-BE49-F238E27FC236}">
                <a16:creationId xmlns:a16="http://schemas.microsoft.com/office/drawing/2014/main" id="{7FCB66A1-A713-4DE3-8DCF-F99BCD1FF941}"/>
              </a:ext>
            </a:extLst>
          </p:cNvPr>
          <p:cNvSpPr>
            <a:spLocks xmlns:a="http://schemas.openxmlformats.org/drawingml/2006/main" noGrp="1"/>
          </p:cNvSpPr>
          <p:nvPr/>
        </p:nvSpPr>
        <p:spPr>
          <a:xfrm xmlns:a="http://schemas.openxmlformats.org/drawingml/2006/main">
            <a:off x="8439150" y="2800350"/>
            <a:ext cx="2933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A5B6CD"/>
                </a:solidFill>
              </a:defRPr>
            </a:defPPr>
            <a:lvl1pPr algn="l">
              <a:defRPr sz="1650" b="0">
                <a:solidFill>
                  <a:srgbClr val="A5B6CD"/>
                </a:solidFill>
              </a:defRPr>
            </a:lvl1pPr>
            <a:lvl2pPr algn="l">
              <a:defRPr sz="1650" b="0">
                <a:solidFill>
                  <a:srgbClr val="A5B6CD"/>
                </a:solidFill>
              </a:defRPr>
            </a:lvl2pPr>
            <a:lvl3pPr algn="l">
              <a:defRPr sz="1650" b="0">
                <a:solidFill>
                  <a:srgbClr val="A5B6CD"/>
                </a:solidFill>
              </a:defRPr>
            </a:lvl3pPr>
            <a:lvl4pPr algn="l">
              <a:defRPr sz="1650" b="0">
                <a:solidFill>
                  <a:srgbClr val="A5B6CD"/>
                </a:solidFill>
              </a:defRPr>
            </a:lvl4pPr>
            <a:lvl5pPr algn="l">
              <a:defRPr sz="1650" b="0">
                <a:solidFill>
                  <a:srgbClr val="A5B6CD"/>
                </a:solidFill>
              </a:defRPr>
            </a:lvl5pPr>
            <a:lvl6pPr algn="l">
              <a:defRPr sz="1650" b="0">
                <a:solidFill>
                  <a:srgbClr val="A5B6CD"/>
                </a:solidFill>
              </a:defRPr>
            </a:lvl6pPr>
            <a:lvl7pPr algn="l">
              <a:defRPr sz="1650" b="0">
                <a:solidFill>
                  <a:srgbClr val="A5B6CD"/>
                </a:solidFill>
              </a:defRPr>
            </a:lvl7pPr>
            <a:lvl8pPr algn="l">
              <a:defRPr sz="1650" b="0">
                <a:solidFill>
                  <a:srgbClr val="A5B6CD"/>
                </a:solidFill>
              </a:defRPr>
            </a:lvl8pPr>
            <a:lvl9pPr algn="l">
              <a:defRPr sz="1650" b="0">
                <a:solidFill>
                  <a:srgbClr val="A5B6CD"/>
                </a:solidFill>
              </a:defRPr>
            </a:lvl9pPr>
          </a:lstStyle>
          <a:p xmlns:a="http://schemas.openxmlformats.org/drawingml/2006/main">
            <a:pPr algn="l">
              <a:defRPr sz="1650" b="0">
                <a:solidFill>
                  <a:srgbClr val="A5B6CD"/>
                </a:solidFill>
              </a:defRPr>
            </a:pPr>
            <a:r>
              <a:rPr sz="1650" b="0">
                <a:solidFill>
                  <a:srgbClr val="A5B6CD"/>
                </a:solidFill>
              </a:rPr>
              <a:t>Solo lectura e IA explicativa, sin cambios automáticos ni monitoreo continuo.</a:t>
            </a:r>
          </a:p>
        </p:txBody>
      </p:sp>
      <p:sp>
        <p:nvSpPr>
          <p:cNvPr id="39" name="objetivos-label">
            <a:extLst xmlns:a="http://schemas.openxmlformats.org/drawingml/2006/main">
              <a:ext uri="{FF2B5EF4-FFF2-40B4-BE49-F238E27FC236}">
                <a16:creationId xmlns:a16="http://schemas.microsoft.com/office/drawing/2014/main" id="{0440F59D-9B7C-4291-B212-84684C42EFAC}"/>
              </a:ext>
            </a:extLst>
          </p:cNvPr>
          <p:cNvSpPr>
            <a:spLocks xmlns:a="http://schemas.openxmlformats.org/drawingml/2006/main" noGrp="1"/>
          </p:cNvSpPr>
          <p:nvPr/>
        </p:nvSpPr>
        <p:spPr>
          <a:xfrm xmlns:a="http://schemas.openxmlformats.org/drawingml/2006/main">
            <a:off x="609600" y="45529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E8EEF7"/>
                </a:solidFill>
              </a:defRPr>
            </a:defPPr>
            <a:lvl1pPr algn="l">
              <a:defRPr sz="1725" b="1">
                <a:solidFill>
                  <a:srgbClr val="E8EEF7"/>
                </a:solidFill>
              </a:defRPr>
            </a:lvl1pPr>
            <a:lvl2pPr algn="l">
              <a:defRPr sz="1725" b="1">
                <a:solidFill>
                  <a:srgbClr val="E8EEF7"/>
                </a:solidFill>
              </a:defRPr>
            </a:lvl2pPr>
            <a:lvl3pPr algn="l">
              <a:defRPr sz="1725" b="1">
                <a:solidFill>
                  <a:srgbClr val="E8EEF7"/>
                </a:solidFill>
              </a:defRPr>
            </a:lvl3pPr>
            <a:lvl4pPr algn="l">
              <a:defRPr sz="1725" b="1">
                <a:solidFill>
                  <a:srgbClr val="E8EEF7"/>
                </a:solidFill>
              </a:defRPr>
            </a:lvl4pPr>
            <a:lvl5pPr algn="l">
              <a:defRPr sz="1725" b="1">
                <a:solidFill>
                  <a:srgbClr val="E8EEF7"/>
                </a:solidFill>
              </a:defRPr>
            </a:lvl5pPr>
            <a:lvl6pPr algn="l">
              <a:defRPr sz="1725" b="1">
                <a:solidFill>
                  <a:srgbClr val="E8EEF7"/>
                </a:solidFill>
              </a:defRPr>
            </a:lvl6pPr>
            <a:lvl7pPr algn="l">
              <a:defRPr sz="1725" b="1">
                <a:solidFill>
                  <a:srgbClr val="E8EEF7"/>
                </a:solidFill>
              </a:defRPr>
            </a:lvl7pPr>
            <a:lvl8pPr algn="l">
              <a:defRPr sz="1725" b="1">
                <a:solidFill>
                  <a:srgbClr val="E8EEF7"/>
                </a:solidFill>
              </a:defRPr>
            </a:lvl8pPr>
            <a:lvl9pPr algn="l">
              <a:defRPr sz="1725" b="1">
                <a:solidFill>
                  <a:srgbClr val="E8EEF7"/>
                </a:solidFill>
              </a:defRPr>
            </a:lvl9pPr>
          </a:lstStyle>
          <a:p xmlns:a="http://schemas.openxmlformats.org/drawingml/2006/main">
            <a:pPr algn="l">
              <a:defRPr sz="1725" b="1">
                <a:solidFill>
                  <a:srgbClr val="E8EEF7"/>
                </a:solidFill>
              </a:defRPr>
            </a:pPr>
            <a:r>
              <a:rPr sz="1725" b="1">
                <a:solidFill>
                  <a:srgbClr val="E8EEF7"/>
                </a:solidFill>
              </a:rPr>
              <a:t>Objetivos específicos</a:t>
            </a:r>
          </a:p>
        </p:txBody>
      </p:sp>
      <p:sp>
        <p:nvSpPr>
          <p:cNvPr id="40" name="line-112">
            <a:extLst xmlns:a="http://schemas.openxmlformats.org/drawingml/2006/main">
              <a:ext uri="{FF2B5EF4-FFF2-40B4-BE49-F238E27FC236}">
                <a16:creationId xmlns:a16="http://schemas.microsoft.com/office/drawing/2014/main" id="{37C20A7C-42BA-4E43-82A0-458D134E9929}"/>
              </a:ext>
            </a:extLst>
          </p:cNvPr>
          <p:cNvSpPr>
            <a:spLocks xmlns:a="http://schemas.openxmlformats.org/drawingml/2006/main" noGrp="1"/>
          </p:cNvSpPr>
          <p:nvPr/>
        </p:nvSpPr>
        <p:spPr>
          <a:xfrm xmlns:a="http://schemas.openxmlformats.org/drawingml/2006/main">
            <a:off x="609600" y="5086350"/>
            <a:ext cx="200025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41" name="oe-0">
            <a:extLst xmlns:a="http://schemas.openxmlformats.org/drawingml/2006/main">
              <a:ext uri="{FF2B5EF4-FFF2-40B4-BE49-F238E27FC236}">
                <a16:creationId xmlns:a16="http://schemas.microsoft.com/office/drawing/2014/main" id="{C122BEA3-14AD-40A0-80F9-815A7EC357DE}"/>
              </a:ext>
            </a:extLst>
          </p:cNvPr>
          <p:cNvSpPr>
            <a:spLocks xmlns:a="http://schemas.openxmlformats.org/drawingml/2006/main" noGrp="1"/>
          </p:cNvSpPr>
          <p:nvPr/>
        </p:nvSpPr>
        <p:spPr>
          <a:xfrm xmlns:a="http://schemas.openxmlformats.org/drawingml/2006/main">
            <a:off x="609600" y="522922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OE1</a:t>
            </a:r>
          </a:p>
        </p:txBody>
      </p:sp>
      <p:sp>
        <p:nvSpPr>
          <p:cNvPr id="42" name="oe-desc-0">
            <a:extLst xmlns:a="http://schemas.openxmlformats.org/drawingml/2006/main">
              <a:ext uri="{FF2B5EF4-FFF2-40B4-BE49-F238E27FC236}">
                <a16:creationId xmlns:a16="http://schemas.microsoft.com/office/drawing/2014/main" id="{8D4D8311-7E46-4294-91B3-91115AEE2DBF}"/>
              </a:ext>
            </a:extLst>
          </p:cNvPr>
          <p:cNvSpPr>
            <a:spLocks xmlns:a="http://schemas.openxmlformats.org/drawingml/2006/main" noGrp="1"/>
          </p:cNvSpPr>
          <p:nvPr/>
        </p:nvSpPr>
        <p:spPr>
          <a:xfrm xmlns:a="http://schemas.openxmlformats.org/drawingml/2006/main">
            <a:off x="609600" y="553402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E8EEF7"/>
                </a:solidFill>
              </a:defRPr>
            </a:defPPr>
            <a:lvl1pPr algn="l">
              <a:defRPr sz="1575" b="0">
                <a:solidFill>
                  <a:srgbClr val="E8EEF7"/>
                </a:solidFill>
              </a:defRPr>
            </a:lvl1pPr>
            <a:lvl2pPr algn="l">
              <a:defRPr sz="1575" b="0">
                <a:solidFill>
                  <a:srgbClr val="E8EEF7"/>
                </a:solidFill>
              </a:defRPr>
            </a:lvl2pPr>
            <a:lvl3pPr algn="l">
              <a:defRPr sz="1575" b="0">
                <a:solidFill>
                  <a:srgbClr val="E8EEF7"/>
                </a:solidFill>
              </a:defRPr>
            </a:lvl3pPr>
            <a:lvl4pPr algn="l">
              <a:defRPr sz="1575" b="0">
                <a:solidFill>
                  <a:srgbClr val="E8EEF7"/>
                </a:solidFill>
              </a:defRPr>
            </a:lvl4pPr>
            <a:lvl5pPr algn="l">
              <a:defRPr sz="1575" b="0">
                <a:solidFill>
                  <a:srgbClr val="E8EEF7"/>
                </a:solidFill>
              </a:defRPr>
            </a:lvl5pPr>
            <a:lvl6pPr algn="l">
              <a:defRPr sz="1575" b="0">
                <a:solidFill>
                  <a:srgbClr val="E8EEF7"/>
                </a:solidFill>
              </a:defRPr>
            </a:lvl6pPr>
            <a:lvl7pPr algn="l">
              <a:defRPr sz="1575" b="0">
                <a:solidFill>
                  <a:srgbClr val="E8EEF7"/>
                </a:solidFill>
              </a:defRPr>
            </a:lvl7pPr>
            <a:lvl8pPr algn="l">
              <a:defRPr sz="1575" b="0">
                <a:solidFill>
                  <a:srgbClr val="E8EEF7"/>
                </a:solidFill>
              </a:defRPr>
            </a:lvl8pPr>
            <a:lvl9pPr algn="l">
              <a:defRPr sz="1575" b="0">
                <a:solidFill>
                  <a:srgbClr val="E8EEF7"/>
                </a:solidFill>
              </a:defRPr>
            </a:lvl9pPr>
          </a:lstStyle>
          <a:p xmlns:a="http://schemas.openxmlformats.org/drawingml/2006/main">
            <a:pPr algn="l">
              <a:defRPr sz="1575" b="0">
                <a:solidFill>
                  <a:srgbClr val="E8EEF7"/>
                </a:solidFill>
              </a:defRPr>
            </a:pPr>
            <a:r>
              <a:rPr sz="1575" b="0">
                <a:solidFill>
                  <a:srgbClr val="E8EEF7"/>
                </a:solidFill>
              </a:rPr>
              <a:t>Arquitectura</a:t>
            </a:r>
          </a:p>
        </p:txBody>
      </p:sp>
      <p:sp>
        <p:nvSpPr>
          <p:cNvPr id="43" name="line-113">
            <a:extLst xmlns:a="http://schemas.openxmlformats.org/drawingml/2006/main">
              <a:ext uri="{FF2B5EF4-FFF2-40B4-BE49-F238E27FC236}">
                <a16:creationId xmlns:a16="http://schemas.microsoft.com/office/drawing/2014/main" id="{792EB12B-D27C-4BA8-8DED-20244F1F57FF}"/>
              </a:ext>
            </a:extLst>
          </p:cNvPr>
          <p:cNvSpPr>
            <a:spLocks xmlns:a="http://schemas.openxmlformats.org/drawingml/2006/main" noGrp="1"/>
          </p:cNvSpPr>
          <p:nvPr/>
        </p:nvSpPr>
        <p:spPr>
          <a:xfrm xmlns:a="http://schemas.openxmlformats.org/drawingml/2006/main">
            <a:off x="2838450" y="5086350"/>
            <a:ext cx="200025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44" name="oe-1">
            <a:extLst xmlns:a="http://schemas.openxmlformats.org/drawingml/2006/main">
              <a:ext uri="{FF2B5EF4-FFF2-40B4-BE49-F238E27FC236}">
                <a16:creationId xmlns:a16="http://schemas.microsoft.com/office/drawing/2014/main" id="{B3220D2B-A23C-4686-A7D3-3DEF89B0A327}"/>
              </a:ext>
            </a:extLst>
          </p:cNvPr>
          <p:cNvSpPr>
            <a:spLocks xmlns:a="http://schemas.openxmlformats.org/drawingml/2006/main" noGrp="1"/>
          </p:cNvSpPr>
          <p:nvPr/>
        </p:nvSpPr>
        <p:spPr>
          <a:xfrm xmlns:a="http://schemas.openxmlformats.org/drawingml/2006/main">
            <a:off x="2838450" y="522922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OE2</a:t>
            </a:r>
          </a:p>
        </p:txBody>
      </p:sp>
      <p:sp>
        <p:nvSpPr>
          <p:cNvPr id="45" name="oe-desc-1">
            <a:extLst xmlns:a="http://schemas.openxmlformats.org/drawingml/2006/main">
              <a:ext uri="{FF2B5EF4-FFF2-40B4-BE49-F238E27FC236}">
                <a16:creationId xmlns:a16="http://schemas.microsoft.com/office/drawing/2014/main" id="{1EB28043-56DE-4CB3-827A-F6FF0AE7D345}"/>
              </a:ext>
            </a:extLst>
          </p:cNvPr>
          <p:cNvSpPr>
            <a:spLocks xmlns:a="http://schemas.openxmlformats.org/drawingml/2006/main" noGrp="1"/>
          </p:cNvSpPr>
          <p:nvPr/>
        </p:nvSpPr>
        <p:spPr>
          <a:xfrm xmlns:a="http://schemas.openxmlformats.org/drawingml/2006/main">
            <a:off x="2838450" y="553402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E8EEF7"/>
                </a:solidFill>
              </a:defRPr>
            </a:defPPr>
            <a:lvl1pPr algn="l">
              <a:defRPr sz="1575" b="0">
                <a:solidFill>
                  <a:srgbClr val="E8EEF7"/>
                </a:solidFill>
              </a:defRPr>
            </a:lvl1pPr>
            <a:lvl2pPr algn="l">
              <a:defRPr sz="1575" b="0">
                <a:solidFill>
                  <a:srgbClr val="E8EEF7"/>
                </a:solidFill>
              </a:defRPr>
            </a:lvl2pPr>
            <a:lvl3pPr algn="l">
              <a:defRPr sz="1575" b="0">
                <a:solidFill>
                  <a:srgbClr val="E8EEF7"/>
                </a:solidFill>
              </a:defRPr>
            </a:lvl3pPr>
            <a:lvl4pPr algn="l">
              <a:defRPr sz="1575" b="0">
                <a:solidFill>
                  <a:srgbClr val="E8EEF7"/>
                </a:solidFill>
              </a:defRPr>
            </a:lvl4pPr>
            <a:lvl5pPr algn="l">
              <a:defRPr sz="1575" b="0">
                <a:solidFill>
                  <a:srgbClr val="E8EEF7"/>
                </a:solidFill>
              </a:defRPr>
            </a:lvl5pPr>
            <a:lvl6pPr algn="l">
              <a:defRPr sz="1575" b="0">
                <a:solidFill>
                  <a:srgbClr val="E8EEF7"/>
                </a:solidFill>
              </a:defRPr>
            </a:lvl6pPr>
            <a:lvl7pPr algn="l">
              <a:defRPr sz="1575" b="0">
                <a:solidFill>
                  <a:srgbClr val="E8EEF7"/>
                </a:solidFill>
              </a:defRPr>
            </a:lvl7pPr>
            <a:lvl8pPr algn="l">
              <a:defRPr sz="1575" b="0">
                <a:solidFill>
                  <a:srgbClr val="E8EEF7"/>
                </a:solidFill>
              </a:defRPr>
            </a:lvl8pPr>
            <a:lvl9pPr algn="l">
              <a:defRPr sz="1575" b="0">
                <a:solidFill>
                  <a:srgbClr val="E8EEF7"/>
                </a:solidFill>
              </a:defRPr>
            </a:lvl9pPr>
          </a:lstStyle>
          <a:p xmlns:a="http://schemas.openxmlformats.org/drawingml/2006/main">
            <a:pPr algn="l">
              <a:defRPr sz="1575" b="0">
                <a:solidFill>
                  <a:srgbClr val="E8EEF7"/>
                </a:solidFill>
              </a:defRPr>
            </a:pPr>
            <a:r>
              <a:rPr sz="1575" b="0">
                <a:solidFill>
                  <a:srgbClr val="E8EEF7"/>
                </a:solidFill>
              </a:rPr>
              <a:t>Recolección y</a:t>
            </a:r>
          </a:p>
          <a:p xmlns:a="http://schemas.openxmlformats.org/drawingml/2006/main">
            <a:pPr algn="l">
              <a:defRPr sz="1575" b="0">
                <a:solidFill>
                  <a:srgbClr val="E8EEF7"/>
                </a:solidFill>
              </a:defRPr>
            </a:pPr>
            <a:r>
              <a:rPr sz="1575" b="0">
                <a:solidFill>
                  <a:srgbClr val="E8EEF7"/>
                </a:solidFill>
              </a:rPr>
              <a:t>normalización</a:t>
            </a:r>
          </a:p>
        </p:txBody>
      </p:sp>
      <p:sp>
        <p:nvSpPr>
          <p:cNvPr id="46" name="line-114">
            <a:extLst xmlns:a="http://schemas.openxmlformats.org/drawingml/2006/main">
              <a:ext uri="{FF2B5EF4-FFF2-40B4-BE49-F238E27FC236}">
                <a16:creationId xmlns:a16="http://schemas.microsoft.com/office/drawing/2014/main" id="{BD6921DE-EA3F-4C0C-8DBA-3A1AA0ACDF29}"/>
              </a:ext>
            </a:extLst>
          </p:cNvPr>
          <p:cNvSpPr>
            <a:spLocks xmlns:a="http://schemas.openxmlformats.org/drawingml/2006/main" noGrp="1"/>
          </p:cNvSpPr>
          <p:nvPr/>
        </p:nvSpPr>
        <p:spPr>
          <a:xfrm xmlns:a="http://schemas.openxmlformats.org/drawingml/2006/main">
            <a:off x="5067300" y="5086350"/>
            <a:ext cx="200025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47" name="oe-2">
            <a:extLst xmlns:a="http://schemas.openxmlformats.org/drawingml/2006/main">
              <a:ext uri="{FF2B5EF4-FFF2-40B4-BE49-F238E27FC236}">
                <a16:creationId xmlns:a16="http://schemas.microsoft.com/office/drawing/2014/main" id="{B108C514-D1A7-4FF7-B328-0447EB2F5B6E}"/>
              </a:ext>
            </a:extLst>
          </p:cNvPr>
          <p:cNvSpPr>
            <a:spLocks xmlns:a="http://schemas.openxmlformats.org/drawingml/2006/main" noGrp="1"/>
          </p:cNvSpPr>
          <p:nvPr/>
        </p:nvSpPr>
        <p:spPr>
          <a:xfrm xmlns:a="http://schemas.openxmlformats.org/drawingml/2006/main">
            <a:off x="5067300" y="522922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OE3</a:t>
            </a:r>
          </a:p>
        </p:txBody>
      </p:sp>
      <p:sp>
        <p:nvSpPr>
          <p:cNvPr id="48" name="oe-desc-2">
            <a:extLst xmlns:a="http://schemas.openxmlformats.org/drawingml/2006/main">
              <a:ext uri="{FF2B5EF4-FFF2-40B4-BE49-F238E27FC236}">
                <a16:creationId xmlns:a16="http://schemas.microsoft.com/office/drawing/2014/main" id="{F29AE855-FB27-4A70-9243-000BF7E996D1}"/>
              </a:ext>
            </a:extLst>
          </p:cNvPr>
          <p:cNvSpPr>
            <a:spLocks xmlns:a="http://schemas.openxmlformats.org/drawingml/2006/main" noGrp="1"/>
          </p:cNvSpPr>
          <p:nvPr/>
        </p:nvSpPr>
        <p:spPr>
          <a:xfrm xmlns:a="http://schemas.openxmlformats.org/drawingml/2006/main">
            <a:off x="5067300" y="553402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E8EEF7"/>
                </a:solidFill>
              </a:defRPr>
            </a:defPPr>
            <a:lvl1pPr algn="l">
              <a:defRPr sz="1575" b="0">
                <a:solidFill>
                  <a:srgbClr val="E8EEF7"/>
                </a:solidFill>
              </a:defRPr>
            </a:lvl1pPr>
            <a:lvl2pPr algn="l">
              <a:defRPr sz="1575" b="0">
                <a:solidFill>
                  <a:srgbClr val="E8EEF7"/>
                </a:solidFill>
              </a:defRPr>
            </a:lvl2pPr>
            <a:lvl3pPr algn="l">
              <a:defRPr sz="1575" b="0">
                <a:solidFill>
                  <a:srgbClr val="E8EEF7"/>
                </a:solidFill>
              </a:defRPr>
            </a:lvl3pPr>
            <a:lvl4pPr algn="l">
              <a:defRPr sz="1575" b="0">
                <a:solidFill>
                  <a:srgbClr val="E8EEF7"/>
                </a:solidFill>
              </a:defRPr>
            </a:lvl4pPr>
            <a:lvl5pPr algn="l">
              <a:defRPr sz="1575" b="0">
                <a:solidFill>
                  <a:srgbClr val="E8EEF7"/>
                </a:solidFill>
              </a:defRPr>
            </a:lvl5pPr>
            <a:lvl6pPr algn="l">
              <a:defRPr sz="1575" b="0">
                <a:solidFill>
                  <a:srgbClr val="E8EEF7"/>
                </a:solidFill>
              </a:defRPr>
            </a:lvl6pPr>
            <a:lvl7pPr algn="l">
              <a:defRPr sz="1575" b="0">
                <a:solidFill>
                  <a:srgbClr val="E8EEF7"/>
                </a:solidFill>
              </a:defRPr>
            </a:lvl7pPr>
            <a:lvl8pPr algn="l">
              <a:defRPr sz="1575" b="0">
                <a:solidFill>
                  <a:srgbClr val="E8EEF7"/>
                </a:solidFill>
              </a:defRPr>
            </a:lvl8pPr>
            <a:lvl9pPr algn="l">
              <a:defRPr sz="1575" b="0">
                <a:solidFill>
                  <a:srgbClr val="E8EEF7"/>
                </a:solidFill>
              </a:defRPr>
            </a:lvl9pPr>
          </a:lstStyle>
          <a:p xmlns:a="http://schemas.openxmlformats.org/drawingml/2006/main">
            <a:pPr algn="l">
              <a:defRPr sz="1575" b="0">
                <a:solidFill>
                  <a:srgbClr val="E8EEF7"/>
                </a:solidFill>
              </a:defRPr>
            </a:pPr>
            <a:r>
              <a:rPr sz="1575" b="0">
                <a:solidFill>
                  <a:srgbClr val="E8EEF7"/>
                </a:solidFill>
              </a:rPr>
              <a:t>Reglas</a:t>
            </a:r>
          </a:p>
          <a:p xmlns:a="http://schemas.openxmlformats.org/drawingml/2006/main">
            <a:pPr algn="l">
              <a:defRPr sz="1575" b="0">
                <a:solidFill>
                  <a:srgbClr val="E8EEF7"/>
                </a:solidFill>
              </a:defRPr>
            </a:pPr>
            <a:r>
              <a:rPr sz="1575" b="0">
                <a:solidFill>
                  <a:srgbClr val="E8EEF7"/>
                </a:solidFill>
              </a:rPr>
              <a:t>deterministas</a:t>
            </a:r>
          </a:p>
        </p:txBody>
      </p:sp>
      <p:sp>
        <p:nvSpPr>
          <p:cNvPr id="49" name="line-115">
            <a:extLst xmlns:a="http://schemas.openxmlformats.org/drawingml/2006/main">
              <a:ext uri="{FF2B5EF4-FFF2-40B4-BE49-F238E27FC236}">
                <a16:creationId xmlns:a16="http://schemas.microsoft.com/office/drawing/2014/main" id="{C09AE2AE-8989-4662-82FD-CA17B92B9C9E}"/>
              </a:ext>
            </a:extLst>
          </p:cNvPr>
          <p:cNvSpPr>
            <a:spLocks xmlns:a="http://schemas.openxmlformats.org/drawingml/2006/main" noGrp="1"/>
          </p:cNvSpPr>
          <p:nvPr/>
        </p:nvSpPr>
        <p:spPr>
          <a:xfrm xmlns:a="http://schemas.openxmlformats.org/drawingml/2006/main">
            <a:off x="7296150" y="5086350"/>
            <a:ext cx="200025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50" name="oe-3">
            <a:extLst xmlns:a="http://schemas.openxmlformats.org/drawingml/2006/main">
              <a:ext uri="{FF2B5EF4-FFF2-40B4-BE49-F238E27FC236}">
                <a16:creationId xmlns:a16="http://schemas.microsoft.com/office/drawing/2014/main" id="{F0B59E53-D0A7-4C2D-82D3-CE5990D321A8}"/>
              </a:ext>
            </a:extLst>
          </p:cNvPr>
          <p:cNvSpPr>
            <a:spLocks xmlns:a="http://schemas.openxmlformats.org/drawingml/2006/main" noGrp="1"/>
          </p:cNvSpPr>
          <p:nvPr/>
        </p:nvSpPr>
        <p:spPr>
          <a:xfrm xmlns:a="http://schemas.openxmlformats.org/drawingml/2006/main">
            <a:off x="7296150" y="522922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OE4</a:t>
            </a:r>
          </a:p>
        </p:txBody>
      </p:sp>
      <p:sp>
        <p:nvSpPr>
          <p:cNvPr id="51" name="oe-desc-3">
            <a:extLst xmlns:a="http://schemas.openxmlformats.org/drawingml/2006/main">
              <a:ext uri="{FF2B5EF4-FFF2-40B4-BE49-F238E27FC236}">
                <a16:creationId xmlns:a16="http://schemas.microsoft.com/office/drawing/2014/main" id="{903FFCA6-222A-4E12-B6EB-C0AD79CD2B12}"/>
              </a:ext>
            </a:extLst>
          </p:cNvPr>
          <p:cNvSpPr>
            <a:spLocks xmlns:a="http://schemas.openxmlformats.org/drawingml/2006/main" noGrp="1"/>
          </p:cNvSpPr>
          <p:nvPr/>
        </p:nvSpPr>
        <p:spPr>
          <a:xfrm xmlns:a="http://schemas.openxmlformats.org/drawingml/2006/main">
            <a:off x="7296150" y="553402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E8EEF7"/>
                </a:solidFill>
              </a:defRPr>
            </a:defPPr>
            <a:lvl1pPr algn="l">
              <a:defRPr sz="1575" b="0">
                <a:solidFill>
                  <a:srgbClr val="E8EEF7"/>
                </a:solidFill>
              </a:defRPr>
            </a:lvl1pPr>
            <a:lvl2pPr algn="l">
              <a:defRPr sz="1575" b="0">
                <a:solidFill>
                  <a:srgbClr val="E8EEF7"/>
                </a:solidFill>
              </a:defRPr>
            </a:lvl2pPr>
            <a:lvl3pPr algn="l">
              <a:defRPr sz="1575" b="0">
                <a:solidFill>
                  <a:srgbClr val="E8EEF7"/>
                </a:solidFill>
              </a:defRPr>
            </a:lvl3pPr>
            <a:lvl4pPr algn="l">
              <a:defRPr sz="1575" b="0">
                <a:solidFill>
                  <a:srgbClr val="E8EEF7"/>
                </a:solidFill>
              </a:defRPr>
            </a:lvl4pPr>
            <a:lvl5pPr algn="l">
              <a:defRPr sz="1575" b="0">
                <a:solidFill>
                  <a:srgbClr val="E8EEF7"/>
                </a:solidFill>
              </a:defRPr>
            </a:lvl5pPr>
            <a:lvl6pPr algn="l">
              <a:defRPr sz="1575" b="0">
                <a:solidFill>
                  <a:srgbClr val="E8EEF7"/>
                </a:solidFill>
              </a:defRPr>
            </a:lvl6pPr>
            <a:lvl7pPr algn="l">
              <a:defRPr sz="1575" b="0">
                <a:solidFill>
                  <a:srgbClr val="E8EEF7"/>
                </a:solidFill>
              </a:defRPr>
            </a:lvl7pPr>
            <a:lvl8pPr algn="l">
              <a:defRPr sz="1575" b="0">
                <a:solidFill>
                  <a:srgbClr val="E8EEF7"/>
                </a:solidFill>
              </a:defRPr>
            </a:lvl8pPr>
            <a:lvl9pPr algn="l">
              <a:defRPr sz="1575" b="0">
                <a:solidFill>
                  <a:srgbClr val="E8EEF7"/>
                </a:solidFill>
              </a:defRPr>
            </a:lvl9pPr>
          </a:lstStyle>
          <a:p xmlns:a="http://schemas.openxmlformats.org/drawingml/2006/main">
            <a:pPr algn="l">
              <a:defRPr sz="1575" b="0">
                <a:solidFill>
                  <a:srgbClr val="E8EEF7"/>
                </a:solidFill>
              </a:defRPr>
            </a:pPr>
            <a:r>
              <a:rPr sz="1575" b="0">
                <a:solidFill>
                  <a:srgbClr val="E8EEF7"/>
                </a:solidFill>
              </a:rPr>
              <a:t>Resultados</a:t>
            </a:r>
          </a:p>
          <a:p xmlns:a="http://schemas.openxmlformats.org/drawingml/2006/main">
            <a:pPr algn="l">
              <a:defRPr sz="1575" b="0">
                <a:solidFill>
                  <a:srgbClr val="E8EEF7"/>
                </a:solidFill>
              </a:defRPr>
            </a:pPr>
            <a:r>
              <a:rPr sz="1575" b="0">
                <a:solidFill>
                  <a:srgbClr val="E8EEF7"/>
                </a:solidFill>
              </a:rPr>
              <a:t>en API / UI</a:t>
            </a:r>
          </a:p>
        </p:txBody>
      </p:sp>
      <p:sp>
        <p:nvSpPr>
          <p:cNvPr id="52" name="line-116">
            <a:extLst xmlns:a="http://schemas.openxmlformats.org/drawingml/2006/main">
              <a:ext uri="{FF2B5EF4-FFF2-40B4-BE49-F238E27FC236}">
                <a16:creationId xmlns:a16="http://schemas.microsoft.com/office/drawing/2014/main" id="{949F363C-7774-44BC-9092-953A7915A664}"/>
              </a:ext>
            </a:extLst>
          </p:cNvPr>
          <p:cNvSpPr>
            <a:spLocks xmlns:a="http://schemas.openxmlformats.org/drawingml/2006/main" noGrp="1"/>
          </p:cNvSpPr>
          <p:nvPr/>
        </p:nvSpPr>
        <p:spPr>
          <a:xfrm xmlns:a="http://schemas.openxmlformats.org/drawingml/2006/main">
            <a:off x="9525000" y="5086350"/>
            <a:ext cx="200025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53" name="oe-4">
            <a:extLst xmlns:a="http://schemas.openxmlformats.org/drawingml/2006/main">
              <a:ext uri="{FF2B5EF4-FFF2-40B4-BE49-F238E27FC236}">
                <a16:creationId xmlns:a16="http://schemas.microsoft.com/office/drawing/2014/main" id="{E4461134-2C09-40E3-9C56-54914AF7B1A1}"/>
              </a:ext>
            </a:extLst>
          </p:cNvPr>
          <p:cNvSpPr>
            <a:spLocks xmlns:a="http://schemas.openxmlformats.org/drawingml/2006/main" noGrp="1"/>
          </p:cNvSpPr>
          <p:nvPr/>
        </p:nvSpPr>
        <p:spPr>
          <a:xfrm xmlns:a="http://schemas.openxmlformats.org/drawingml/2006/main">
            <a:off x="9525000" y="522922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OE5</a:t>
            </a:r>
          </a:p>
        </p:txBody>
      </p:sp>
      <p:sp>
        <p:nvSpPr>
          <p:cNvPr id="54" name="oe-desc-4">
            <a:extLst xmlns:a="http://schemas.openxmlformats.org/drawingml/2006/main">
              <a:ext uri="{FF2B5EF4-FFF2-40B4-BE49-F238E27FC236}">
                <a16:creationId xmlns:a16="http://schemas.microsoft.com/office/drawing/2014/main" id="{AA4F9E86-ACDA-4380-AD76-A219B7395D66}"/>
              </a:ext>
            </a:extLst>
          </p:cNvPr>
          <p:cNvSpPr>
            <a:spLocks xmlns:a="http://schemas.openxmlformats.org/drawingml/2006/main" noGrp="1"/>
          </p:cNvSpPr>
          <p:nvPr/>
        </p:nvSpPr>
        <p:spPr>
          <a:xfrm xmlns:a="http://schemas.openxmlformats.org/drawingml/2006/main">
            <a:off x="9525000" y="553402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E8EEF7"/>
                </a:solidFill>
              </a:defRPr>
            </a:defPPr>
            <a:lvl1pPr algn="l">
              <a:defRPr sz="1575" b="0">
                <a:solidFill>
                  <a:srgbClr val="E8EEF7"/>
                </a:solidFill>
              </a:defRPr>
            </a:lvl1pPr>
            <a:lvl2pPr algn="l">
              <a:defRPr sz="1575" b="0">
                <a:solidFill>
                  <a:srgbClr val="E8EEF7"/>
                </a:solidFill>
              </a:defRPr>
            </a:lvl2pPr>
            <a:lvl3pPr algn="l">
              <a:defRPr sz="1575" b="0">
                <a:solidFill>
                  <a:srgbClr val="E8EEF7"/>
                </a:solidFill>
              </a:defRPr>
            </a:lvl3pPr>
            <a:lvl4pPr algn="l">
              <a:defRPr sz="1575" b="0">
                <a:solidFill>
                  <a:srgbClr val="E8EEF7"/>
                </a:solidFill>
              </a:defRPr>
            </a:lvl4pPr>
            <a:lvl5pPr algn="l">
              <a:defRPr sz="1575" b="0">
                <a:solidFill>
                  <a:srgbClr val="E8EEF7"/>
                </a:solidFill>
              </a:defRPr>
            </a:lvl5pPr>
            <a:lvl6pPr algn="l">
              <a:defRPr sz="1575" b="0">
                <a:solidFill>
                  <a:srgbClr val="E8EEF7"/>
                </a:solidFill>
              </a:defRPr>
            </a:lvl6pPr>
            <a:lvl7pPr algn="l">
              <a:defRPr sz="1575" b="0">
                <a:solidFill>
                  <a:srgbClr val="E8EEF7"/>
                </a:solidFill>
              </a:defRPr>
            </a:lvl7pPr>
            <a:lvl8pPr algn="l">
              <a:defRPr sz="1575" b="0">
                <a:solidFill>
                  <a:srgbClr val="E8EEF7"/>
                </a:solidFill>
              </a:defRPr>
            </a:lvl8pPr>
            <a:lvl9pPr algn="l">
              <a:defRPr sz="1575" b="0">
                <a:solidFill>
                  <a:srgbClr val="E8EEF7"/>
                </a:solidFill>
              </a:defRPr>
            </a:lvl9pPr>
          </a:lstStyle>
          <a:p xmlns:a="http://schemas.openxmlformats.org/drawingml/2006/main">
            <a:pPr algn="l">
              <a:defRPr sz="1575" b="0">
                <a:solidFill>
                  <a:srgbClr val="E8EEF7"/>
                </a:solidFill>
              </a:defRPr>
            </a:pPr>
            <a:r>
              <a:rPr sz="1575" b="0">
                <a:solidFill>
                  <a:srgbClr val="E8EEF7"/>
                </a:solidFill>
              </a:rPr>
              <a:t>Pruebas y</a:t>
            </a:r>
          </a:p>
          <a:p xmlns:a="http://schemas.openxmlformats.org/drawingml/2006/main">
            <a:pPr algn="l">
              <a:defRPr sz="1575" b="0">
                <a:solidFill>
                  <a:srgbClr val="E8EEF7"/>
                </a:solidFill>
              </a:defRPr>
            </a:pPr>
            <a:r>
              <a:rPr sz="1575" b="0">
                <a:solidFill>
                  <a:srgbClr val="E8EEF7"/>
                </a:solidFill>
              </a:rPr>
              <a:t>laboratorio</a:t>
            </a:r>
          </a:p>
        </p:txBody>
      </p:sp>
    </p:spTree>
    <p:extLst>
      <p:ext uri="{BB962C8B-B14F-4D97-AF65-F5344CB8AC3E}">
        <p14:creationId xmlns:p14="http://schemas.microsoft.com/office/powerpoint/2010/main" val="1929633670"/>
      </p:ext>
    </p:extLst>
  </p:cSld>
</p:sld>
</file>

<file path=ppt/slides/slide3.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6DC9A0AE-AC53-4500-A5FD-34CBA30013BB}"/>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Ajustes al proyecto</a:t>
            </a:r>
          </a:p>
        </p:txBody>
      </p:sp>
      <p:sp>
        <p:nvSpPr>
          <p:cNvPr id="3" name="pagina">
            <a:extLst xmlns:a="http://schemas.openxmlformats.org/drawingml/2006/main">
              <a:ext uri="{FF2B5EF4-FFF2-40B4-BE49-F238E27FC236}">
                <a16:creationId xmlns:a16="http://schemas.microsoft.com/office/drawing/2014/main" id="{4C6F49BB-7C42-44BC-BE42-E13D3246B19B}"/>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03/10</a:t>
            </a:r>
          </a:p>
        </p:txBody>
      </p:sp>
      <p:sp>
        <p:nvSpPr>
          <p:cNvPr id="4" name="node-14">
            <a:extLst xmlns:a="http://schemas.openxmlformats.org/drawingml/2006/main">
              <a:ext uri="{FF2B5EF4-FFF2-40B4-BE49-F238E27FC236}">
                <a16:creationId xmlns:a16="http://schemas.microsoft.com/office/drawing/2014/main" id="{97303975-F65C-4227-8480-C3A6E3E98588}"/>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15">
            <a:extLst xmlns:a="http://schemas.openxmlformats.org/drawingml/2006/main">
              <a:ext uri="{FF2B5EF4-FFF2-40B4-BE49-F238E27FC236}">
                <a16:creationId xmlns:a16="http://schemas.microsoft.com/office/drawing/2014/main" id="{974E5B85-FBBC-44B8-87E7-3A7F2472BF0E}"/>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16">
            <a:extLst xmlns:a="http://schemas.openxmlformats.org/drawingml/2006/main">
              <a:ext uri="{FF2B5EF4-FFF2-40B4-BE49-F238E27FC236}">
                <a16:creationId xmlns:a16="http://schemas.microsoft.com/office/drawing/2014/main" id="{6D31B36B-DDA5-43D5-AF2D-7F760267212F}"/>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17">
            <a:extLst xmlns:a="http://schemas.openxmlformats.org/drawingml/2006/main">
              <a:ext uri="{FF2B5EF4-FFF2-40B4-BE49-F238E27FC236}">
                <a16:creationId xmlns:a16="http://schemas.microsoft.com/office/drawing/2014/main" id="{76090BE6-FE89-42ED-9FB0-F9A99D534621}"/>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18">
            <a:extLst xmlns:a="http://schemas.openxmlformats.org/drawingml/2006/main">
              <a:ext uri="{FF2B5EF4-FFF2-40B4-BE49-F238E27FC236}">
                <a16:creationId xmlns:a16="http://schemas.microsoft.com/office/drawing/2014/main" id="{EAE42A23-21D3-4F7C-8F6E-1BF377DC63D3}"/>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9E9B8D8C-4A6A-4D94-9678-06AF5AB6BE0B}"/>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19">
            <a:extLst xmlns:a="http://schemas.openxmlformats.org/drawingml/2006/main">
              <a:ext uri="{FF2B5EF4-FFF2-40B4-BE49-F238E27FC236}">
                <a16:creationId xmlns:a16="http://schemas.microsoft.com/office/drawing/2014/main" id="{ADBE9664-F275-4A59-BA84-76B98B781C4E}"/>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E014A51A-4E1E-434D-831D-BFF15113DEF1}"/>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20">
            <a:extLst xmlns:a="http://schemas.openxmlformats.org/drawingml/2006/main">
              <a:ext uri="{FF2B5EF4-FFF2-40B4-BE49-F238E27FC236}">
                <a16:creationId xmlns:a16="http://schemas.microsoft.com/office/drawing/2014/main" id="{0F12B61E-4A70-4BA1-B52D-CEF8EE96EC95}"/>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graphicFrame>
        <p:nvGraphicFramePr>
          <p:cNvPr id="13" name="">
            <a:extLst xmlns:a="http://schemas.openxmlformats.org/drawingml/2006/main">
              <a:ext uri="{FF2B5EF4-FFF2-40B4-BE49-F238E27FC236}">
                <a16:creationId xmlns:a16="http://schemas.microsoft.com/office/drawing/2014/main" id="{EC8D832A-59CD-4ABC-88A3-C6677650EC35}"/>
              </a:ext>
            </a:extLst>
          </p:cNvPr>
          <p:cNvGraphicFramePr/>
          <p:nvPr/>
        </p:nvGraphicFramePr>
        <p:xfrm>
          <a:off xmlns:a="http://schemas.openxmlformats.org/drawingml/2006/main" x="609600" y="1676400"/>
          <a:ext xmlns:a="http://schemas.openxmlformats.org/drawingml/2006/main" cx="10972800" cy="3867150"/>
        </p:xfrm>
        <a:graphic xmlns:a="http://schemas.openxmlformats.org/drawingml/2006/main">
          <a:graphicData uri="http://schemas.openxmlformats.org/drawingml/2006/table">
            <a:tbl>
              <a:tblPr/>
              <a:tblGrid>
                <a:gridCol w="2428875"/>
                <a:gridCol w="2238375"/>
                <a:gridCol w="3714750"/>
                <a:gridCol w="2590800"/>
              </a:tblGrid>
              <a:tr h="609600">
                <a:tc>
                  <a:txBody>
                    <a:bodyPr/>
                    <a:lstStyle/>
                    <a:p>
                      <a:r>
                        <a:rPr sz="1350" b="1">
                          <a:solidFill>
                            <a:srgbClr val="A5B6CD"/>
                          </a:solidFill>
                        </a:rPr>
                        <a:t>Ajuste</a:t>
                      </a:r>
                    </a:p>
                  </a:txBody>
                  <a:tcPr marL="133350" marR="133350" marT="76200" marB="76200">
                    <a:lnL w="0">
                      <a:noFill/>
                    </a:lnL>
                    <a:lnR w="0">
                      <a:noFill/>
                    </a:lnR>
                    <a:lnT w="0">
                      <a:noFill/>
                    </a:lnT>
                    <a:lnB w="0">
                      <a:noFill/>
                    </a:lnB>
                    <a:solidFill>
                      <a:srgbClr val="1B2F49"/>
                    </a:solidFill>
                  </a:tcPr>
                </a:tc>
                <a:tc>
                  <a:txBody>
                    <a:bodyPr/>
                    <a:lstStyle/>
                    <a:p>
                      <a:r>
                        <a:rPr sz="1350" b="1">
                          <a:solidFill>
                            <a:srgbClr val="A5B6CD"/>
                          </a:solidFill>
                        </a:rPr>
                        <a:t>Origen</a:t>
                      </a:r>
                    </a:p>
                  </a:txBody>
                  <a:tcPr marL="133350" marR="133350" marT="76200" marB="76200">
                    <a:lnR w="0">
                      <a:noFill/>
                    </a:lnR>
                    <a:lnT w="0">
                      <a:noFill/>
                    </a:lnT>
                    <a:lnB w="0">
                      <a:noFill/>
                    </a:lnB>
                    <a:solidFill>
                      <a:srgbClr val="1B2F49"/>
                    </a:solidFill>
                  </a:tcPr>
                </a:tc>
                <a:tc>
                  <a:txBody>
                    <a:bodyPr/>
                    <a:lstStyle/>
                    <a:p>
                      <a:r>
                        <a:rPr sz="1350" b="1">
                          <a:solidFill>
                            <a:srgbClr val="A5B6CD"/>
                          </a:solidFill>
                        </a:rPr>
                        <a:t>Justificación</a:t>
                      </a:r>
                    </a:p>
                  </a:txBody>
                  <a:tcPr marL="133350" marR="133350" marT="76200" marB="76200">
                    <a:lnR w="0">
                      <a:noFill/>
                    </a:lnR>
                    <a:lnT w="0">
                      <a:noFill/>
                    </a:lnT>
                    <a:lnB w="0">
                      <a:noFill/>
                    </a:lnB>
                    <a:solidFill>
                      <a:srgbClr val="1B2F49"/>
                    </a:solidFill>
                  </a:tcPr>
                </a:tc>
                <a:tc>
                  <a:txBody>
                    <a:bodyPr/>
                    <a:lstStyle/>
                    <a:p>
                      <a:r>
                        <a:rPr sz="1350" b="1">
                          <a:solidFill>
                            <a:srgbClr val="A5B6CD"/>
                          </a:solidFill>
                        </a:rPr>
                        <a:t>Impacto en</a:t>
                      </a:r>
                    </a:p>
                    <a:p>
                      <a:r>
                        <a:rPr sz="1350" b="1">
                          <a:solidFill>
                            <a:srgbClr val="A5B6CD"/>
                          </a:solidFill>
                        </a:rPr>
                        <a:t>alcance o plazo</a:t>
                      </a:r>
                    </a:p>
                  </a:txBody>
                  <a:tcPr marL="133350" marR="133350" marT="76200" marB="76200">
                    <a:lnR w="0">
                      <a:noFill/>
                    </a:lnR>
                    <a:lnT w="0">
                      <a:noFill/>
                    </a:lnT>
                    <a:lnB w="0">
                      <a:noFill/>
                    </a:lnB>
                    <a:solidFill>
                      <a:srgbClr val="1B2F49"/>
                    </a:solidFill>
                  </a:tcPr>
                </a:tc>
              </a:tr>
              <a:tr h="1085850">
                <a:tc>
                  <a:txBody>
                    <a:bodyPr/>
                    <a:lstStyle/>
                    <a:p>
                      <a:r>
                        <a:rPr sz="1500" b="0">
                          <a:solidFill>
                            <a:srgbClr val="E8EEF7"/>
                          </a:solidFill>
                        </a:rPr>
                        <a:t>Separar validación sintética y sesión real</a:t>
                      </a:r>
                    </a:p>
                  </a:txBody>
                  <a:tcPr marL="133350" marR="133350" marT="114300" marB="114300">
                    <a:lnL w="0">
                      <a:noFill/>
                    </a:lnL>
                    <a:lnR w="0">
                      <a:noFill/>
                    </a:lnR>
                    <a:lnB w="0">
                      <a:noFill/>
                    </a:lnB>
                    <a:solidFill>
                      <a:srgbClr val="132137"/>
                    </a:solidFill>
                  </a:tcPr>
                </a:tc>
                <a:tc>
                  <a:txBody>
                    <a:bodyPr/>
                    <a:lstStyle/>
                    <a:p>
                      <a:r>
                        <a:rPr sz="1500" b="0">
                          <a:solidFill>
                            <a:srgbClr val="E8EEF7"/>
                          </a:solidFill>
                        </a:rPr>
                        <a:t>Negociación SSH/KEX</a:t>
                      </a:r>
                    </a:p>
                    <a:p>
                      <a:r>
                        <a:rPr sz="1500" b="0">
                          <a:solidFill>
                            <a:srgbClr val="E8EEF7"/>
                          </a:solidFill>
                        </a:rPr>
                        <a:t>del laboratorio</a:t>
                      </a:r>
                    </a:p>
                  </a:txBody>
                  <a:tcPr marL="133350" marR="133350" marT="409575" marB="95250">
                    <a:lnR w="0">
                      <a:noFill/>
                    </a:lnR>
                    <a:lnB w="0">
                      <a:noFill/>
                    </a:lnB>
                    <a:solidFill>
                      <a:srgbClr val="132137"/>
                    </a:solidFill>
                  </a:tcPr>
                </a:tc>
                <a:tc>
                  <a:txBody>
                    <a:bodyPr/>
                    <a:lstStyle/>
                    <a:p>
                      <a:r>
                        <a:rPr sz="1500" b="0">
                          <a:solidFill>
                            <a:srgbClr val="E8EEF7"/>
                          </a:solidFill>
                        </a:rPr>
                        <a:t>Mantener pruebas reproducibles sin atribuir fixtures al router</a:t>
                      </a:r>
                    </a:p>
                  </a:txBody>
                  <a:tcPr marL="133350" marR="133350" marT="114300" marB="114300">
                    <a:lnR w="0">
                      <a:noFill/>
                    </a:lnR>
                    <a:lnB w="0">
                      <a:noFill/>
                    </a:lnB>
                    <a:solidFill>
                      <a:srgbClr val="132137"/>
                    </a:solidFill>
                  </a:tcPr>
                </a:tc>
                <a:tc>
                  <a:txBody>
                    <a:bodyPr/>
                    <a:lstStyle/>
                    <a:p>
                      <a:r>
                        <a:rPr sz="1500" b="0">
                          <a:solidFill>
                            <a:srgbClr val="E8EEF7"/>
                          </a:solidFill>
                        </a:rPr>
                        <a:t>Revalidación real acotada</a:t>
                      </a:r>
                    </a:p>
                  </a:txBody>
                  <a:tcPr marL="133350" marR="133350" marT="114300" marB="114300">
                    <a:lnR w="0">
                      <a:noFill/>
                    </a:lnR>
                    <a:lnB w="0">
                      <a:noFill/>
                    </a:lnB>
                    <a:solidFill>
                      <a:srgbClr val="132137"/>
                    </a:solidFill>
                  </a:tcPr>
                </a:tc>
              </a:tr>
              <a:tr h="1085850">
                <a:tc>
                  <a:txBody>
                    <a:bodyPr/>
                    <a:lstStyle/>
                    <a:p>
                      <a:r>
                        <a:rPr sz="1500" b="0">
                          <a:solidFill>
                            <a:srgbClr val="E8EEF7"/>
                          </a:solidFill>
                        </a:rPr>
                        <a:t>Integrar API, IA e interfaz por incrementos</a:t>
                      </a:r>
                    </a:p>
                  </a:txBody>
                  <a:tcPr marL="133350" marR="133350" marT="114300" marB="114300">
                    <a:lnL w="0">
                      <a:noFill/>
                    </a:lnL>
                    <a:lnR w="0">
                      <a:noFill/>
                    </a:lnR>
                    <a:lnB w="0">
                      <a:noFill/>
                    </a:lnB>
                    <a:solidFill>
                      <a:srgbClr val="15263D"/>
                    </a:solidFill>
                  </a:tcPr>
                </a:tc>
                <a:tc>
                  <a:txBody>
                    <a:bodyPr/>
                    <a:lstStyle/>
                    <a:p>
                      <a:r>
                        <a:rPr sz="1500" b="0">
                          <a:solidFill>
                            <a:srgbClr val="E8EEF7"/>
                          </a:solidFill>
                        </a:rPr>
                        <a:t>Módulos aislados</a:t>
                      </a:r>
                    </a:p>
                    <a:p>
                      <a:r>
                        <a:rPr sz="1500" b="0">
                          <a:solidFill>
                            <a:srgbClr val="E8EEF7"/>
                          </a:solidFill>
                        </a:rPr>
                        <a:t>y pruebas disponibles</a:t>
                      </a:r>
                    </a:p>
                  </a:txBody>
                  <a:tcPr marL="133350" marR="133350" marT="409575" marB="95250">
                    <a:lnR w="0">
                      <a:noFill/>
                    </a:lnR>
                    <a:lnB w="0">
                      <a:noFill/>
                    </a:lnB>
                    <a:solidFill>
                      <a:srgbClr val="15263D"/>
                    </a:solidFill>
                  </a:tcPr>
                </a:tc>
                <a:tc>
                  <a:txBody>
                    <a:bodyPr/>
                    <a:lstStyle/>
                    <a:p>
                      <a:r>
                        <a:rPr sz="1500" b="0">
                          <a:solidFill>
                            <a:srgbClr val="E8EEF7"/>
                          </a:solidFill>
                        </a:rPr>
                        <a:t>Reutilizar contratos y verificar cada integración</a:t>
                      </a:r>
                    </a:p>
                  </a:txBody>
                  <a:tcPr marL="133350" marR="133350" marT="114300" marB="114300">
                    <a:lnR w="0">
                      <a:noFill/>
                    </a:lnR>
                    <a:lnB w="0">
                      <a:noFill/>
                    </a:lnB>
                    <a:solidFill>
                      <a:srgbClr val="15263D"/>
                    </a:solidFill>
                  </a:tcPr>
                </a:tc>
                <a:tc>
                  <a:txBody>
                    <a:bodyPr/>
                    <a:lstStyle/>
                    <a:p>
                      <a:r>
                        <a:rPr sz="1500" b="0">
                          <a:solidFill>
                            <a:srgbClr val="E8EEF7"/>
                          </a:solidFill>
                        </a:rPr>
                        <a:t>Sin cambiar el objetivo general</a:t>
                      </a:r>
                    </a:p>
                  </a:txBody>
                  <a:tcPr marL="133350" marR="133350" marT="114300" marB="114300">
                    <a:lnR w="0">
                      <a:noFill/>
                    </a:lnR>
                    <a:lnB w="0">
                      <a:noFill/>
                    </a:lnB>
                    <a:solidFill>
                      <a:srgbClr val="15263D"/>
                    </a:solidFill>
                  </a:tcPr>
                </a:tc>
              </a:tr>
              <a:tr h="1085850">
                <a:tc>
                  <a:txBody>
                    <a:bodyPr/>
                    <a:lstStyle/>
                    <a:p>
                      <a:r>
                        <a:rPr sz="1500" b="0">
                          <a:solidFill>
                            <a:srgbClr val="E8EEF7"/>
                          </a:solidFill>
                        </a:rPr>
                        <a:t>Precisar auditoría de solo lectura</a:t>
                      </a:r>
                    </a:p>
                  </a:txBody>
                  <a:tcPr marL="133350" marR="133350" marT="114300" marB="114300">
                    <a:lnL w="0">
                      <a:noFill/>
                    </a:lnL>
                    <a:lnR w="0">
                      <a:noFill/>
                    </a:lnR>
                    <a:lnB w="0">
                      <a:noFill/>
                    </a:lnB>
                    <a:solidFill>
                      <a:srgbClr val="132137"/>
                    </a:solidFill>
                  </a:tcPr>
                </a:tc>
                <a:tc>
                  <a:txBody>
                    <a:bodyPr/>
                    <a:lstStyle/>
                    <a:p>
                      <a:r>
                        <a:rPr sz="1500" b="0">
                          <a:solidFill>
                            <a:srgbClr val="E8EEF7"/>
                          </a:solidFill>
                        </a:rPr>
                        <a:t>Retroalimentación</a:t>
                      </a:r>
                    </a:p>
                    <a:p>
                      <a:r>
                        <a:rPr sz="1500" b="0">
                          <a:solidFill>
                            <a:srgbClr val="E8EEF7"/>
                          </a:solidFill>
                        </a:rPr>
                        <a:t>docente registrada</a:t>
                      </a:r>
                    </a:p>
                  </a:txBody>
                  <a:tcPr marL="133350" marR="133350" marT="409575" marB="95250">
                    <a:lnR w="0">
                      <a:noFill/>
                    </a:lnR>
                    <a:lnB w="0">
                      <a:noFill/>
                    </a:lnB>
                    <a:solidFill>
                      <a:srgbClr val="132137"/>
                    </a:solidFill>
                  </a:tcPr>
                </a:tc>
                <a:tc>
                  <a:txBody>
                    <a:bodyPr/>
                    <a:lstStyle/>
                    <a:p>
                      <a:r>
                        <a:rPr sz="1500" b="0">
                          <a:solidFill>
                            <a:srgbClr val="E8EEF7"/>
                          </a:solidFill>
                        </a:rPr>
                        <a:t>Diferenciar detección y evidencia de aplicar configuraciones</a:t>
                      </a:r>
                    </a:p>
                  </a:txBody>
                  <a:tcPr marL="133350" marR="133350" marT="114300" marB="114300">
                    <a:lnR w="0">
                      <a:noFill/>
                    </a:lnR>
                    <a:lnB w="0">
                      <a:noFill/>
                    </a:lnB>
                    <a:solidFill>
                      <a:srgbClr val="132137"/>
                    </a:solidFill>
                  </a:tcPr>
                </a:tc>
                <a:tc>
                  <a:txBody>
                    <a:bodyPr/>
                    <a:lstStyle/>
                    <a:p>
                      <a:r>
                        <a:rPr sz="1500" b="0">
                          <a:solidFill>
                            <a:srgbClr val="E8EEF7"/>
                          </a:solidFill>
                        </a:rPr>
                        <a:t>Alcance más claro, sin automatizar cambios</a:t>
                      </a:r>
                    </a:p>
                  </a:txBody>
                  <a:tcPr marL="133350" marR="133350" marT="114300" marB="114300">
                    <a:lnR w="0">
                      <a:noFill/>
                    </a:lnR>
                    <a:lnB w="0">
                      <a:noFill/>
                    </a:lnB>
                    <a:solidFill>
                      <a:srgbClr val="132137"/>
                    </a:solidFill>
                  </a:tcPr>
                </a:tc>
              </a:tr>
            </a:tbl>
          </a:graphicData>
        </a:graphic>
      </p:graphicFrame>
      <p:sp>
        <p:nvSpPr>
          <p:cNvPr id="14" name="origen-1-bg">
            <a:extLst xmlns:a="http://schemas.openxmlformats.org/drawingml/2006/main">
              <a:ext uri="{FF2B5EF4-FFF2-40B4-BE49-F238E27FC236}">
                <a16:creationId xmlns:a16="http://schemas.microsoft.com/office/drawing/2014/main" id="{BC96DA23-88DA-4DB5-8C20-C28D6D4707D5}"/>
              </a:ext>
            </a:extLst>
          </p:cNvPr>
          <p:cNvSpPr>
            <a:spLocks xmlns:a="http://schemas.openxmlformats.org/drawingml/2006/main" noGrp="1"/>
          </p:cNvSpPr>
          <p:nvPr/>
        </p:nvSpPr>
        <p:spPr>
          <a:xfrm xmlns:a="http://schemas.openxmlformats.org/drawingml/2006/main">
            <a:off x="3171825" y="2400300"/>
            <a:ext cx="1428750" cy="238125"/>
          </a:xfrm>
          <a:prstGeom xmlns:a="http://schemas.openxmlformats.org/drawingml/2006/main" prst="roundRect">
            <a:avLst>
              <a:gd name="adj" fmla="val 16000"/>
            </a:avLst>
          </a:prstGeom>
          <a:solidFill xmlns:a="http://schemas.openxmlformats.org/drawingml/2006/main">
            <a:srgbClr val="1F3855"/>
          </a:solidFill>
          <a:ln xmlns:a="http://schemas.openxmlformats.org/drawingml/2006/main" w="0">
            <a:noFill/>
          </a:ln>
        </p:spPr>
      </p:sp>
      <p:sp>
        <p:nvSpPr>
          <p:cNvPr id="15" name="origen-1">
            <a:extLst xmlns:a="http://schemas.openxmlformats.org/drawingml/2006/main">
              <a:ext uri="{FF2B5EF4-FFF2-40B4-BE49-F238E27FC236}">
                <a16:creationId xmlns:a16="http://schemas.microsoft.com/office/drawing/2014/main" id="{A6CAC045-9054-4533-A93A-DD584D78EB4F}"/>
              </a:ext>
            </a:extLst>
          </p:cNvPr>
          <p:cNvSpPr>
            <a:spLocks xmlns:a="http://schemas.openxmlformats.org/drawingml/2006/main" noGrp="1"/>
          </p:cNvSpPr>
          <p:nvPr/>
        </p:nvSpPr>
        <p:spPr>
          <a:xfrm xmlns:a="http://schemas.openxmlformats.org/drawingml/2006/main">
            <a:off x="3238500" y="2438400"/>
            <a:ext cx="12954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DIFICULTAD</a:t>
            </a:r>
          </a:p>
        </p:txBody>
      </p:sp>
      <p:sp>
        <p:nvSpPr>
          <p:cNvPr id="16" name="origen-2-bg">
            <a:extLst xmlns:a="http://schemas.openxmlformats.org/drawingml/2006/main">
              <a:ext uri="{FF2B5EF4-FFF2-40B4-BE49-F238E27FC236}">
                <a16:creationId xmlns:a16="http://schemas.microsoft.com/office/drawing/2014/main" id="{4D4E2FC0-CF9A-4B01-B6E2-BCBA7CB836C8}"/>
              </a:ext>
            </a:extLst>
          </p:cNvPr>
          <p:cNvSpPr>
            <a:spLocks xmlns:a="http://schemas.openxmlformats.org/drawingml/2006/main" noGrp="1"/>
          </p:cNvSpPr>
          <p:nvPr/>
        </p:nvSpPr>
        <p:spPr>
          <a:xfrm xmlns:a="http://schemas.openxmlformats.org/drawingml/2006/main">
            <a:off x="3171825" y="3486150"/>
            <a:ext cx="1428750" cy="238125"/>
          </a:xfrm>
          <a:prstGeom xmlns:a="http://schemas.openxmlformats.org/drawingml/2006/main" prst="roundRect">
            <a:avLst>
              <a:gd name="adj" fmla="val 16000"/>
            </a:avLst>
          </a:prstGeom>
          <a:solidFill xmlns:a="http://schemas.openxmlformats.org/drawingml/2006/main">
            <a:srgbClr val="173D47"/>
          </a:solidFill>
          <a:ln xmlns:a="http://schemas.openxmlformats.org/drawingml/2006/main" w="0">
            <a:noFill/>
          </a:ln>
        </p:spPr>
      </p:sp>
      <p:sp>
        <p:nvSpPr>
          <p:cNvPr id="17" name="origen-2">
            <a:extLst xmlns:a="http://schemas.openxmlformats.org/drawingml/2006/main">
              <a:ext uri="{FF2B5EF4-FFF2-40B4-BE49-F238E27FC236}">
                <a16:creationId xmlns:a16="http://schemas.microsoft.com/office/drawing/2014/main" id="{FDD418C4-7B0D-4156-9F1B-6C6CDDB96049}"/>
              </a:ext>
            </a:extLst>
          </p:cNvPr>
          <p:cNvSpPr>
            <a:spLocks xmlns:a="http://schemas.openxmlformats.org/drawingml/2006/main" noGrp="1"/>
          </p:cNvSpPr>
          <p:nvPr/>
        </p:nvSpPr>
        <p:spPr>
          <a:xfrm xmlns:a="http://schemas.openxmlformats.org/drawingml/2006/main">
            <a:off x="3238500" y="3524250"/>
            <a:ext cx="12954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0BDB7"/>
                </a:solidFill>
              </a:defRPr>
            </a:defPPr>
            <a:lvl1pPr algn="ctr">
              <a:defRPr sz="1200" b="1">
                <a:solidFill>
                  <a:srgbClr val="50BDB7"/>
                </a:solidFill>
              </a:defRPr>
            </a:lvl1pPr>
            <a:lvl2pPr algn="ctr">
              <a:defRPr sz="1200" b="1">
                <a:solidFill>
                  <a:srgbClr val="50BDB7"/>
                </a:solidFill>
              </a:defRPr>
            </a:lvl2pPr>
            <a:lvl3pPr algn="ctr">
              <a:defRPr sz="1200" b="1">
                <a:solidFill>
                  <a:srgbClr val="50BDB7"/>
                </a:solidFill>
              </a:defRPr>
            </a:lvl3pPr>
            <a:lvl4pPr algn="ctr">
              <a:defRPr sz="1200" b="1">
                <a:solidFill>
                  <a:srgbClr val="50BDB7"/>
                </a:solidFill>
              </a:defRPr>
            </a:lvl4pPr>
            <a:lvl5pPr algn="ctr">
              <a:defRPr sz="1200" b="1">
                <a:solidFill>
                  <a:srgbClr val="50BDB7"/>
                </a:solidFill>
              </a:defRPr>
            </a:lvl5pPr>
            <a:lvl6pPr algn="ctr">
              <a:defRPr sz="1200" b="1">
                <a:solidFill>
                  <a:srgbClr val="50BDB7"/>
                </a:solidFill>
              </a:defRPr>
            </a:lvl6pPr>
            <a:lvl7pPr algn="ctr">
              <a:defRPr sz="1200" b="1">
                <a:solidFill>
                  <a:srgbClr val="50BDB7"/>
                </a:solidFill>
              </a:defRPr>
            </a:lvl7pPr>
            <a:lvl8pPr algn="ctr">
              <a:defRPr sz="1200" b="1">
                <a:solidFill>
                  <a:srgbClr val="50BDB7"/>
                </a:solidFill>
              </a:defRPr>
            </a:lvl8pPr>
            <a:lvl9pPr algn="ctr">
              <a:defRPr sz="1200" b="1">
                <a:solidFill>
                  <a:srgbClr val="50BDB7"/>
                </a:solidFill>
              </a:defRPr>
            </a:lvl9pPr>
          </a:lstStyle>
          <a:p xmlns:a="http://schemas.openxmlformats.org/drawingml/2006/main">
            <a:pPr algn="ctr">
              <a:defRPr sz="1200" b="1">
                <a:solidFill>
                  <a:srgbClr val="50BDB7"/>
                </a:solidFill>
              </a:defRPr>
            </a:pPr>
            <a:r>
              <a:rPr sz="1200" b="1">
                <a:solidFill>
                  <a:srgbClr val="50BDB7"/>
                </a:solidFill>
              </a:rPr>
              <a:t>FACILITADOR</a:t>
            </a:r>
          </a:p>
        </p:txBody>
      </p:sp>
      <p:sp>
        <p:nvSpPr>
          <p:cNvPr id="18" name="origen-3-bg">
            <a:extLst xmlns:a="http://schemas.openxmlformats.org/drawingml/2006/main">
              <a:ext uri="{FF2B5EF4-FFF2-40B4-BE49-F238E27FC236}">
                <a16:creationId xmlns:a16="http://schemas.microsoft.com/office/drawing/2014/main" id="{1A050FA2-EDD1-497F-AF28-32128DC1E69E}"/>
              </a:ext>
            </a:extLst>
          </p:cNvPr>
          <p:cNvSpPr>
            <a:spLocks xmlns:a="http://schemas.openxmlformats.org/drawingml/2006/main" noGrp="1"/>
          </p:cNvSpPr>
          <p:nvPr/>
        </p:nvSpPr>
        <p:spPr>
          <a:xfrm xmlns:a="http://schemas.openxmlformats.org/drawingml/2006/main">
            <a:off x="3171825" y="4572000"/>
            <a:ext cx="1428750" cy="238125"/>
          </a:xfrm>
          <a:prstGeom xmlns:a="http://schemas.openxmlformats.org/drawingml/2006/main" prst="roundRect">
            <a:avLst>
              <a:gd name="adj" fmla="val 16000"/>
            </a:avLst>
          </a:prstGeom>
          <a:solidFill xmlns:a="http://schemas.openxmlformats.org/drawingml/2006/main">
            <a:srgbClr val="1F3855"/>
          </a:solidFill>
          <a:ln xmlns:a="http://schemas.openxmlformats.org/drawingml/2006/main" w="0">
            <a:noFill/>
          </a:ln>
        </p:spPr>
      </p:sp>
      <p:sp>
        <p:nvSpPr>
          <p:cNvPr id="19" name="origen-3">
            <a:extLst xmlns:a="http://schemas.openxmlformats.org/drawingml/2006/main">
              <a:ext uri="{FF2B5EF4-FFF2-40B4-BE49-F238E27FC236}">
                <a16:creationId xmlns:a16="http://schemas.microsoft.com/office/drawing/2014/main" id="{0560DF30-B81B-44B2-A616-33765D63E8D5}"/>
              </a:ext>
            </a:extLst>
          </p:cNvPr>
          <p:cNvSpPr>
            <a:spLocks xmlns:a="http://schemas.openxmlformats.org/drawingml/2006/main" noGrp="1"/>
          </p:cNvSpPr>
          <p:nvPr/>
        </p:nvSpPr>
        <p:spPr>
          <a:xfrm xmlns:a="http://schemas.openxmlformats.org/drawingml/2006/main">
            <a:off x="3238500" y="4610100"/>
            <a:ext cx="12954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DOCENTE</a:t>
            </a:r>
          </a:p>
        </p:txBody>
      </p:sp>
      <p:sp>
        <p:nvSpPr>
          <p:cNvPr id="20" name="line-117">
            <a:extLst xmlns:a="http://schemas.openxmlformats.org/drawingml/2006/main">
              <a:ext uri="{FF2B5EF4-FFF2-40B4-BE49-F238E27FC236}">
                <a16:creationId xmlns:a16="http://schemas.microsoft.com/office/drawing/2014/main" id="{52AC65CF-C852-47E0-A813-5C36DC75B213}"/>
              </a:ext>
            </a:extLst>
          </p:cNvPr>
          <p:cNvSpPr>
            <a:spLocks xmlns:a="http://schemas.openxmlformats.org/drawingml/2006/main" noGrp="1"/>
          </p:cNvSpPr>
          <p:nvPr/>
        </p:nvSpPr>
        <p:spPr>
          <a:xfrm xmlns:a="http://schemas.openxmlformats.org/drawingml/2006/main">
            <a:off x="609600" y="228600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21" name="line-118">
            <a:extLst xmlns:a="http://schemas.openxmlformats.org/drawingml/2006/main">
              <a:ext uri="{FF2B5EF4-FFF2-40B4-BE49-F238E27FC236}">
                <a16:creationId xmlns:a16="http://schemas.microsoft.com/office/drawing/2014/main" id="{3A98642A-335B-4A7A-BEB0-1B0A4D941073}"/>
              </a:ext>
            </a:extLst>
          </p:cNvPr>
          <p:cNvSpPr>
            <a:spLocks xmlns:a="http://schemas.openxmlformats.org/drawingml/2006/main" noGrp="1"/>
          </p:cNvSpPr>
          <p:nvPr/>
        </p:nvSpPr>
        <p:spPr>
          <a:xfrm xmlns:a="http://schemas.openxmlformats.org/drawingml/2006/main">
            <a:off x="609600" y="337185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22" name="line-119">
            <a:extLst xmlns:a="http://schemas.openxmlformats.org/drawingml/2006/main">
              <a:ext uri="{FF2B5EF4-FFF2-40B4-BE49-F238E27FC236}">
                <a16:creationId xmlns:a16="http://schemas.microsoft.com/office/drawing/2014/main" id="{7CE77519-504C-4380-8348-0184EC0B53D5}"/>
              </a:ext>
            </a:extLst>
          </p:cNvPr>
          <p:cNvSpPr>
            <a:spLocks xmlns:a="http://schemas.openxmlformats.org/drawingml/2006/main" noGrp="1"/>
          </p:cNvSpPr>
          <p:nvPr/>
        </p:nvSpPr>
        <p:spPr>
          <a:xfrm xmlns:a="http://schemas.openxmlformats.org/drawingml/2006/main">
            <a:off x="609600" y="445770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23" name="line-120">
            <a:extLst xmlns:a="http://schemas.openxmlformats.org/drawingml/2006/main">
              <a:ext uri="{FF2B5EF4-FFF2-40B4-BE49-F238E27FC236}">
                <a16:creationId xmlns:a16="http://schemas.microsoft.com/office/drawing/2014/main" id="{23F6A1DB-BF8E-40BC-B371-CAC18F8652F3}"/>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24" name="fuente-ajustes">
            <a:extLst xmlns:a="http://schemas.openxmlformats.org/drawingml/2006/main">
              <a:ext uri="{FF2B5EF4-FFF2-40B4-BE49-F238E27FC236}">
                <a16:creationId xmlns:a16="http://schemas.microsoft.com/office/drawing/2014/main" id="{5D5C9DB4-1D50-4BE2-8BA8-2A624D23ED03}"/>
              </a:ext>
            </a:extLst>
          </p:cNvPr>
          <p:cNvSpPr>
            <a:spLocks xmlns:a="http://schemas.openxmlformats.org/drawingml/2006/main" noGrp="1"/>
          </p:cNvSpPr>
          <p:nvPr/>
        </p:nvSpPr>
        <p:spPr>
          <a:xfrm xmlns:a="http://schemas.openxmlformats.org/drawingml/2006/main">
            <a:off x="609600" y="59721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Fuentes: guía y diario del 12/10, registros técnicos y PR #5–#6.</a:t>
            </a:r>
          </a:p>
        </p:txBody>
      </p:sp>
    </p:spTree>
    <p:extLst>
      <p:ext uri="{BB962C8B-B14F-4D97-AF65-F5344CB8AC3E}">
        <p14:creationId xmlns:p14="http://schemas.microsoft.com/office/powerpoint/2010/main" val="1564691792"/>
      </p:ext>
    </p:extLst>
  </p:cSld>
</p:sld>
</file>

<file path=ppt/slides/slide4.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6CFA9D8F-7957-40CF-A948-3BDA8965B0FE}"/>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Metodología aplicada</a:t>
            </a:r>
          </a:p>
        </p:txBody>
      </p:sp>
      <p:sp>
        <p:nvSpPr>
          <p:cNvPr id="3" name="pagina">
            <a:extLst xmlns:a="http://schemas.openxmlformats.org/drawingml/2006/main">
              <a:ext uri="{FF2B5EF4-FFF2-40B4-BE49-F238E27FC236}">
                <a16:creationId xmlns:a16="http://schemas.microsoft.com/office/drawing/2014/main" id="{6F611607-0ACA-4E4A-902A-4E6CD5FCE5DA}"/>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04/10</a:t>
            </a:r>
          </a:p>
        </p:txBody>
      </p:sp>
      <p:sp>
        <p:nvSpPr>
          <p:cNvPr id="4" name="node-21">
            <a:extLst xmlns:a="http://schemas.openxmlformats.org/drawingml/2006/main">
              <a:ext uri="{FF2B5EF4-FFF2-40B4-BE49-F238E27FC236}">
                <a16:creationId xmlns:a16="http://schemas.microsoft.com/office/drawing/2014/main" id="{8A9D436A-2E1D-420C-BD6A-F298DEFEE48E}"/>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22">
            <a:extLst xmlns:a="http://schemas.openxmlformats.org/drawingml/2006/main">
              <a:ext uri="{FF2B5EF4-FFF2-40B4-BE49-F238E27FC236}">
                <a16:creationId xmlns:a16="http://schemas.microsoft.com/office/drawing/2014/main" id="{A7E50AA8-4FF2-408F-A01E-781DC478A1CE}"/>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23">
            <a:extLst xmlns:a="http://schemas.openxmlformats.org/drawingml/2006/main">
              <a:ext uri="{FF2B5EF4-FFF2-40B4-BE49-F238E27FC236}">
                <a16:creationId xmlns:a16="http://schemas.microsoft.com/office/drawing/2014/main" id="{F4DE987D-6771-4E5F-A6C0-348E72ED9930}"/>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24">
            <a:extLst xmlns:a="http://schemas.openxmlformats.org/drawingml/2006/main">
              <a:ext uri="{FF2B5EF4-FFF2-40B4-BE49-F238E27FC236}">
                <a16:creationId xmlns:a16="http://schemas.microsoft.com/office/drawing/2014/main" id="{FCD42278-A580-46AC-9C61-DC707EE6804E}"/>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25">
            <a:extLst xmlns:a="http://schemas.openxmlformats.org/drawingml/2006/main">
              <a:ext uri="{FF2B5EF4-FFF2-40B4-BE49-F238E27FC236}">
                <a16:creationId xmlns:a16="http://schemas.microsoft.com/office/drawing/2014/main" id="{A3C0C94A-1967-4A3F-ABFF-BC165BAF9684}"/>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6B3129EB-A5A9-4258-BEFF-0CE5EB6C4526}"/>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26">
            <a:extLst xmlns:a="http://schemas.openxmlformats.org/drawingml/2006/main">
              <a:ext uri="{FF2B5EF4-FFF2-40B4-BE49-F238E27FC236}">
                <a16:creationId xmlns:a16="http://schemas.microsoft.com/office/drawing/2014/main" id="{73CC04C3-1CAD-40D6-99EE-BF336013E0EE}"/>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100A1EE2-252C-40B5-B959-247DD1B787D7}"/>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27">
            <a:extLst xmlns:a="http://schemas.openxmlformats.org/drawingml/2006/main">
              <a:ext uri="{FF2B5EF4-FFF2-40B4-BE49-F238E27FC236}">
                <a16:creationId xmlns:a16="http://schemas.microsoft.com/office/drawing/2014/main" id="{10791298-4781-406E-860C-D0E24DDD5739}"/>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metodo">
            <a:extLst xmlns:a="http://schemas.openxmlformats.org/drawingml/2006/main">
              <a:ext uri="{FF2B5EF4-FFF2-40B4-BE49-F238E27FC236}">
                <a16:creationId xmlns:a16="http://schemas.microsoft.com/office/drawing/2014/main" id="{D8794D24-B997-49CE-ADA7-9941773B0976}"/>
              </a:ext>
            </a:extLst>
          </p:cNvPr>
          <p:cNvSpPr>
            <a:spLocks xmlns:a="http://schemas.openxmlformats.org/drawingml/2006/main" noGrp="1"/>
          </p:cNvSpPr>
          <p:nvPr/>
        </p:nvSpPr>
        <p:spPr>
          <a:xfrm xmlns:a="http://schemas.openxmlformats.org/drawingml/2006/main">
            <a:off x="609600" y="1428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8C6E4"/>
                </a:solidFill>
              </a:defRPr>
            </a:defPPr>
            <a:lvl1pPr algn="l">
              <a:defRPr sz="2025" b="1">
                <a:solidFill>
                  <a:srgbClr val="58C6E4"/>
                </a:solidFill>
              </a:defRPr>
            </a:lvl1pPr>
            <a:lvl2pPr algn="l">
              <a:defRPr sz="2025" b="1">
                <a:solidFill>
                  <a:srgbClr val="58C6E4"/>
                </a:solidFill>
              </a:defRPr>
            </a:lvl2pPr>
            <a:lvl3pPr algn="l">
              <a:defRPr sz="2025" b="1">
                <a:solidFill>
                  <a:srgbClr val="58C6E4"/>
                </a:solidFill>
              </a:defRPr>
            </a:lvl3pPr>
            <a:lvl4pPr algn="l">
              <a:defRPr sz="2025" b="1">
                <a:solidFill>
                  <a:srgbClr val="58C6E4"/>
                </a:solidFill>
              </a:defRPr>
            </a:lvl4pPr>
            <a:lvl5pPr algn="l">
              <a:defRPr sz="2025" b="1">
                <a:solidFill>
                  <a:srgbClr val="58C6E4"/>
                </a:solidFill>
              </a:defRPr>
            </a:lvl5pPr>
            <a:lvl6pPr algn="l">
              <a:defRPr sz="2025" b="1">
                <a:solidFill>
                  <a:srgbClr val="58C6E4"/>
                </a:solidFill>
              </a:defRPr>
            </a:lvl6pPr>
            <a:lvl7pPr algn="l">
              <a:defRPr sz="2025" b="1">
                <a:solidFill>
                  <a:srgbClr val="58C6E4"/>
                </a:solidFill>
              </a:defRPr>
            </a:lvl7pPr>
            <a:lvl8pPr algn="l">
              <a:defRPr sz="2025" b="1">
                <a:solidFill>
                  <a:srgbClr val="58C6E4"/>
                </a:solidFill>
              </a:defRPr>
            </a:lvl8pPr>
            <a:lvl9pPr algn="l">
              <a:defRPr sz="2025" b="1">
                <a:solidFill>
                  <a:srgbClr val="58C6E4"/>
                </a:solidFill>
              </a:defRPr>
            </a:lvl9pPr>
          </a:lstStyle>
          <a:p xmlns:a="http://schemas.openxmlformats.org/drawingml/2006/main">
            <a:pPr algn="l">
              <a:defRPr sz="2025" b="1">
                <a:solidFill>
                  <a:srgbClr val="58C6E4"/>
                </a:solidFill>
              </a:defRPr>
            </a:pPr>
            <a:r>
              <a:rPr sz="2025" b="1">
                <a:solidFill>
                  <a:srgbClr val="58C6E4"/>
                </a:solidFill>
              </a:rPr>
              <a:t>Desarrollo incremental</a:t>
            </a:r>
          </a:p>
        </p:txBody>
      </p:sp>
      <p:sp>
        <p:nvSpPr>
          <p:cNvPr id="14" name="method-0">
            <a:extLst xmlns:a="http://schemas.openxmlformats.org/drawingml/2006/main">
              <a:ext uri="{FF2B5EF4-FFF2-40B4-BE49-F238E27FC236}">
                <a16:creationId xmlns:a16="http://schemas.microsoft.com/office/drawing/2014/main" id="{214B8CA9-7134-4313-A27E-F8F937FFB69F}"/>
              </a:ext>
            </a:extLst>
          </p:cNvPr>
          <p:cNvSpPr>
            <a:spLocks xmlns:a="http://schemas.openxmlformats.org/drawingml/2006/main" noGrp="1"/>
          </p:cNvSpPr>
          <p:nvPr/>
        </p:nvSpPr>
        <p:spPr>
          <a:xfrm xmlns:a="http://schemas.openxmlformats.org/drawingml/2006/main">
            <a:off x="609600" y="2152650"/>
            <a:ext cx="2400300" cy="2171700"/>
          </a:xfrm>
          <a:prstGeom xmlns:a="http://schemas.openxmlformats.org/drawingml/2006/main" prst="roundRect">
            <a:avLst>
              <a:gd name="adj" fmla="val 3509"/>
            </a:avLst>
          </a:prstGeom>
          <a:solidFill xmlns:a="http://schemas.openxmlformats.org/drawingml/2006/main">
            <a:srgbClr val="132137"/>
          </a:solidFill>
          <a:ln xmlns:a="http://schemas.openxmlformats.org/drawingml/2006/main" w="9525">
            <a:solidFill>
              <a:srgbClr val="263B55"/>
            </a:solidFill>
          </a:ln>
        </p:spPr>
      </p:sp>
      <p:sp>
        <p:nvSpPr>
          <p:cNvPr id="15" name="line-121">
            <a:extLst xmlns:a="http://schemas.openxmlformats.org/drawingml/2006/main">
              <a:ext uri="{FF2B5EF4-FFF2-40B4-BE49-F238E27FC236}">
                <a16:creationId xmlns:a16="http://schemas.microsoft.com/office/drawing/2014/main" id="{8DFB65E9-99BA-4D32-A387-08839E46D198}"/>
              </a:ext>
            </a:extLst>
          </p:cNvPr>
          <p:cNvSpPr>
            <a:spLocks xmlns:a="http://schemas.openxmlformats.org/drawingml/2006/main" noGrp="1"/>
          </p:cNvSpPr>
          <p:nvPr/>
        </p:nvSpPr>
        <p:spPr>
          <a:xfrm xmlns:a="http://schemas.openxmlformats.org/drawingml/2006/main">
            <a:off x="933450" y="2428875"/>
            <a:ext cx="9525" cy="857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16" name="line-122">
            <a:extLst xmlns:a="http://schemas.openxmlformats.org/drawingml/2006/main">
              <a:ext uri="{FF2B5EF4-FFF2-40B4-BE49-F238E27FC236}">
                <a16:creationId xmlns:a16="http://schemas.microsoft.com/office/drawing/2014/main" id="{CB18BD55-EC93-49AE-916B-5DD3EDE9061D}"/>
              </a:ext>
            </a:extLst>
          </p:cNvPr>
          <p:cNvSpPr>
            <a:spLocks xmlns:a="http://schemas.openxmlformats.org/drawingml/2006/main" noGrp="1"/>
          </p:cNvSpPr>
          <p:nvPr/>
        </p:nvSpPr>
        <p:spPr>
          <a:xfrm xmlns:a="http://schemas.openxmlformats.org/drawingml/2006/main">
            <a:off x="838200" y="2514600"/>
            <a:ext cx="1905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17" name="line-123">
            <a:extLst xmlns:a="http://schemas.openxmlformats.org/drawingml/2006/main">
              <a:ext uri="{FF2B5EF4-FFF2-40B4-BE49-F238E27FC236}">
                <a16:creationId xmlns:a16="http://schemas.microsoft.com/office/drawing/2014/main" id="{8BE06A5C-7549-4E64-BA61-007581917F92}"/>
              </a:ext>
            </a:extLst>
          </p:cNvPr>
          <p:cNvSpPr>
            <a:spLocks xmlns:a="http://schemas.openxmlformats.org/drawingml/2006/main" noGrp="1"/>
          </p:cNvSpPr>
          <p:nvPr/>
        </p:nvSpPr>
        <p:spPr>
          <a:xfrm xmlns:a="http://schemas.openxmlformats.org/drawingml/2006/main">
            <a:off x="838200" y="2514600"/>
            <a:ext cx="9525" cy="571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18" name="line-124">
            <a:extLst xmlns:a="http://schemas.openxmlformats.org/drawingml/2006/main">
              <a:ext uri="{FF2B5EF4-FFF2-40B4-BE49-F238E27FC236}">
                <a16:creationId xmlns:a16="http://schemas.microsoft.com/office/drawing/2014/main" id="{BFC1AAEF-8CC4-42E3-B0A2-3D3E22AEBA4D}"/>
              </a:ext>
            </a:extLst>
          </p:cNvPr>
          <p:cNvSpPr>
            <a:spLocks xmlns:a="http://schemas.openxmlformats.org/drawingml/2006/main" noGrp="1"/>
          </p:cNvSpPr>
          <p:nvPr/>
        </p:nvSpPr>
        <p:spPr>
          <a:xfrm xmlns:a="http://schemas.openxmlformats.org/drawingml/2006/main">
            <a:off x="1028700" y="2514600"/>
            <a:ext cx="9525" cy="571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19" name="icon-125">
            <a:extLst xmlns:a="http://schemas.openxmlformats.org/drawingml/2006/main">
              <a:ext uri="{FF2B5EF4-FFF2-40B4-BE49-F238E27FC236}">
                <a16:creationId xmlns:a16="http://schemas.microsoft.com/office/drawing/2014/main" id="{49CD2011-82DF-4D71-9B19-4FADA4D3E8B3}"/>
              </a:ext>
            </a:extLst>
          </p:cNvPr>
          <p:cNvSpPr>
            <a:spLocks xmlns:a="http://schemas.openxmlformats.org/drawingml/2006/main" noGrp="1"/>
          </p:cNvSpPr>
          <p:nvPr/>
        </p:nvSpPr>
        <p:spPr>
          <a:xfrm xmlns:a="http://schemas.openxmlformats.org/drawingml/2006/main">
            <a:off x="885825" y="2362200"/>
            <a:ext cx="95250" cy="66675"/>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0" name="icon-126">
            <a:extLst xmlns:a="http://schemas.openxmlformats.org/drawingml/2006/main">
              <a:ext uri="{FF2B5EF4-FFF2-40B4-BE49-F238E27FC236}">
                <a16:creationId xmlns:a16="http://schemas.microsoft.com/office/drawing/2014/main" id="{502299A4-5F1F-4DED-8626-B6A20AFDB51E}"/>
              </a:ext>
            </a:extLst>
          </p:cNvPr>
          <p:cNvSpPr>
            <a:spLocks xmlns:a="http://schemas.openxmlformats.org/drawingml/2006/main" noGrp="1"/>
          </p:cNvSpPr>
          <p:nvPr/>
        </p:nvSpPr>
        <p:spPr>
          <a:xfrm xmlns:a="http://schemas.openxmlformats.org/drawingml/2006/main">
            <a:off x="800100" y="2571750"/>
            <a:ext cx="76200" cy="57150"/>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1" name="icon-127">
            <a:extLst xmlns:a="http://schemas.openxmlformats.org/drawingml/2006/main">
              <a:ext uri="{FF2B5EF4-FFF2-40B4-BE49-F238E27FC236}">
                <a16:creationId xmlns:a16="http://schemas.microsoft.com/office/drawing/2014/main" id="{A7384D8A-BF8F-4749-B995-A171DE6D543B}"/>
              </a:ext>
            </a:extLst>
          </p:cNvPr>
          <p:cNvSpPr>
            <a:spLocks xmlns:a="http://schemas.openxmlformats.org/drawingml/2006/main" noGrp="1"/>
          </p:cNvSpPr>
          <p:nvPr/>
        </p:nvSpPr>
        <p:spPr>
          <a:xfrm xmlns:a="http://schemas.openxmlformats.org/drawingml/2006/main">
            <a:off x="990600" y="2571750"/>
            <a:ext cx="76200" cy="57150"/>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2" name="method-title-0">
            <a:extLst xmlns:a="http://schemas.openxmlformats.org/drawingml/2006/main">
              <a:ext uri="{FF2B5EF4-FFF2-40B4-BE49-F238E27FC236}">
                <a16:creationId xmlns:a16="http://schemas.microsoft.com/office/drawing/2014/main" id="{0218B096-32DD-41B0-993B-7F99FA3F1B7A}"/>
              </a:ext>
            </a:extLst>
          </p:cNvPr>
          <p:cNvSpPr>
            <a:spLocks xmlns:a="http://schemas.openxmlformats.org/drawingml/2006/main" noGrp="1"/>
          </p:cNvSpPr>
          <p:nvPr/>
        </p:nvSpPr>
        <p:spPr>
          <a:xfrm xmlns:a="http://schemas.openxmlformats.org/drawingml/2006/main">
            <a:off x="800100" y="2781300"/>
            <a:ext cx="2019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Diseñar</a:t>
            </a:r>
          </a:p>
        </p:txBody>
      </p:sp>
      <p:sp>
        <p:nvSpPr>
          <p:cNvPr id="23" name="method-artifact-0">
            <a:extLst xmlns:a="http://schemas.openxmlformats.org/drawingml/2006/main">
              <a:ext uri="{FF2B5EF4-FFF2-40B4-BE49-F238E27FC236}">
                <a16:creationId xmlns:a16="http://schemas.microsoft.com/office/drawing/2014/main" id="{87FD1381-DAB5-4F0C-ABAC-A93A0CB50949}"/>
              </a:ext>
            </a:extLst>
          </p:cNvPr>
          <p:cNvSpPr>
            <a:spLocks xmlns:a="http://schemas.openxmlformats.org/drawingml/2006/main" noGrp="1"/>
          </p:cNvSpPr>
          <p:nvPr/>
        </p:nvSpPr>
        <p:spPr>
          <a:xfrm xmlns:a="http://schemas.openxmlformats.org/drawingml/2006/main">
            <a:off x="800100" y="323850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Objetivos de Fase 1, arquitectura y contratos</a:t>
            </a:r>
          </a:p>
        </p:txBody>
      </p:sp>
      <p:sp>
        <p:nvSpPr>
          <p:cNvPr id="24" name="method-arrow-0">
            <a:extLst xmlns:a="http://schemas.openxmlformats.org/drawingml/2006/main">
              <a:ext uri="{FF2B5EF4-FFF2-40B4-BE49-F238E27FC236}">
                <a16:creationId xmlns:a16="http://schemas.microsoft.com/office/drawing/2014/main" id="{4E6D989E-5E53-41AE-B82E-94850DE098DB}"/>
              </a:ext>
            </a:extLst>
          </p:cNvPr>
          <p:cNvSpPr>
            <a:spLocks xmlns:a="http://schemas.openxmlformats.org/drawingml/2006/main" noGrp="1"/>
          </p:cNvSpPr>
          <p:nvPr/>
        </p:nvSpPr>
        <p:spPr>
          <a:xfrm xmlns:a="http://schemas.openxmlformats.org/drawingml/2006/main">
            <a:off x="3143250" y="3067050"/>
            <a:ext cx="190500" cy="1143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25" name="method-1">
            <a:extLst xmlns:a="http://schemas.openxmlformats.org/drawingml/2006/main">
              <a:ext uri="{FF2B5EF4-FFF2-40B4-BE49-F238E27FC236}">
                <a16:creationId xmlns:a16="http://schemas.microsoft.com/office/drawing/2014/main" id="{0DE72BE5-CD60-4FCA-8E0C-B3803041506C}"/>
              </a:ext>
            </a:extLst>
          </p:cNvPr>
          <p:cNvSpPr>
            <a:spLocks xmlns:a="http://schemas.openxmlformats.org/drawingml/2006/main" noGrp="1"/>
          </p:cNvSpPr>
          <p:nvPr/>
        </p:nvSpPr>
        <p:spPr>
          <a:xfrm xmlns:a="http://schemas.openxmlformats.org/drawingml/2006/main">
            <a:off x="3467100" y="2152650"/>
            <a:ext cx="2400300" cy="2171700"/>
          </a:xfrm>
          <a:prstGeom xmlns:a="http://schemas.openxmlformats.org/drawingml/2006/main" prst="roundRect">
            <a:avLst>
              <a:gd name="adj" fmla="val 3509"/>
            </a:avLst>
          </a:prstGeom>
          <a:solidFill xmlns:a="http://schemas.openxmlformats.org/drawingml/2006/main">
            <a:srgbClr val="132137"/>
          </a:solidFill>
          <a:ln xmlns:a="http://schemas.openxmlformats.org/drawingml/2006/main" w="9525">
            <a:solidFill>
              <a:srgbClr val="263B55"/>
            </a:solidFill>
          </a:ln>
        </p:spPr>
      </p:sp>
      <p:sp>
        <p:nvSpPr>
          <p:cNvPr id="26" name="icon-128">
            <a:extLst xmlns:a="http://schemas.openxmlformats.org/drawingml/2006/main">
              <a:ext uri="{FF2B5EF4-FFF2-40B4-BE49-F238E27FC236}">
                <a16:creationId xmlns:a16="http://schemas.microsoft.com/office/drawing/2014/main" id="{F1DD9037-94BF-442D-B695-62C93CE21698}"/>
              </a:ext>
            </a:extLst>
          </p:cNvPr>
          <p:cNvSpPr>
            <a:spLocks xmlns:a="http://schemas.openxmlformats.org/drawingml/2006/main" noGrp="1"/>
          </p:cNvSpPr>
          <p:nvPr/>
        </p:nvSpPr>
        <p:spPr>
          <a:xfrm xmlns:a="http://schemas.openxmlformats.org/drawingml/2006/main">
            <a:off x="3657600" y="2390775"/>
            <a:ext cx="266700" cy="209550"/>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27" name="line-129">
            <a:extLst xmlns:a="http://schemas.openxmlformats.org/drawingml/2006/main">
              <a:ext uri="{FF2B5EF4-FFF2-40B4-BE49-F238E27FC236}">
                <a16:creationId xmlns:a16="http://schemas.microsoft.com/office/drawing/2014/main" id="{CA2D4B6B-D2B6-47A0-AB5D-B2017D6486A5}"/>
              </a:ext>
            </a:extLst>
          </p:cNvPr>
          <p:cNvSpPr>
            <a:spLocks xmlns:a="http://schemas.openxmlformats.org/drawingml/2006/main" noGrp="1"/>
          </p:cNvSpPr>
          <p:nvPr/>
        </p:nvSpPr>
        <p:spPr>
          <a:xfrm xmlns:a="http://schemas.openxmlformats.org/drawingml/2006/main">
            <a:off x="3705225" y="2447925"/>
            <a:ext cx="47625" cy="476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8" name="line-130">
            <a:extLst xmlns:a="http://schemas.openxmlformats.org/drawingml/2006/main">
              <a:ext uri="{FF2B5EF4-FFF2-40B4-BE49-F238E27FC236}">
                <a16:creationId xmlns:a16="http://schemas.microsoft.com/office/drawing/2014/main" id="{734159A8-C256-4C8B-9F20-16482996C37E}"/>
              </a:ext>
            </a:extLst>
          </p:cNvPr>
          <p:cNvSpPr>
            <a:spLocks xmlns:a="http://schemas.openxmlformats.org/drawingml/2006/main" noGrp="1"/>
          </p:cNvSpPr>
          <p:nvPr/>
        </p:nvSpPr>
        <p:spPr>
          <a:xfrm xmlns:a="http://schemas.openxmlformats.org/drawingml/2006/main" flipV="1">
            <a:off x="3705225" y="2495550"/>
            <a:ext cx="47625" cy="476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9" name="line-131">
            <a:extLst xmlns:a="http://schemas.openxmlformats.org/drawingml/2006/main">
              <a:ext uri="{FF2B5EF4-FFF2-40B4-BE49-F238E27FC236}">
                <a16:creationId xmlns:a16="http://schemas.microsoft.com/office/drawing/2014/main" id="{DD9330B1-CA40-4906-90F8-19F3B632A09E}"/>
              </a:ext>
            </a:extLst>
          </p:cNvPr>
          <p:cNvSpPr>
            <a:spLocks xmlns:a="http://schemas.openxmlformats.org/drawingml/2006/main" noGrp="1"/>
          </p:cNvSpPr>
          <p:nvPr/>
        </p:nvSpPr>
        <p:spPr>
          <a:xfrm xmlns:a="http://schemas.openxmlformats.org/drawingml/2006/main">
            <a:off x="3800475" y="2543175"/>
            <a:ext cx="762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0" name="method-title-1">
            <a:extLst xmlns:a="http://schemas.openxmlformats.org/drawingml/2006/main">
              <a:ext uri="{FF2B5EF4-FFF2-40B4-BE49-F238E27FC236}">
                <a16:creationId xmlns:a16="http://schemas.microsoft.com/office/drawing/2014/main" id="{2CF637A2-1E6D-4E5D-9078-BF323A138EB8}"/>
              </a:ext>
            </a:extLst>
          </p:cNvPr>
          <p:cNvSpPr>
            <a:spLocks xmlns:a="http://schemas.openxmlformats.org/drawingml/2006/main" noGrp="1"/>
          </p:cNvSpPr>
          <p:nvPr/>
        </p:nvSpPr>
        <p:spPr>
          <a:xfrm xmlns:a="http://schemas.openxmlformats.org/drawingml/2006/main">
            <a:off x="3657600" y="2781300"/>
            <a:ext cx="2019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Implementar</a:t>
            </a:r>
          </a:p>
        </p:txBody>
      </p:sp>
      <p:sp>
        <p:nvSpPr>
          <p:cNvPr id="31" name="method-artifact-1">
            <a:extLst xmlns:a="http://schemas.openxmlformats.org/drawingml/2006/main">
              <a:ext uri="{FF2B5EF4-FFF2-40B4-BE49-F238E27FC236}">
                <a16:creationId xmlns:a16="http://schemas.microsoft.com/office/drawing/2014/main" id="{774D64BA-166C-484A-B0C9-B1F3F6005736}"/>
              </a:ext>
            </a:extLst>
          </p:cNvPr>
          <p:cNvSpPr>
            <a:spLocks xmlns:a="http://schemas.openxmlformats.org/drawingml/2006/main" noGrp="1"/>
          </p:cNvSpPr>
          <p:nvPr/>
        </p:nvSpPr>
        <p:spPr>
          <a:xfrm xmlns:a="http://schemas.openxmlformats.org/drawingml/2006/main">
            <a:off x="3657600" y="323850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Recolección, parsing y reglas, luego API, IA y UI</a:t>
            </a:r>
          </a:p>
        </p:txBody>
      </p:sp>
      <p:sp>
        <p:nvSpPr>
          <p:cNvPr id="32" name="method-arrow-1">
            <a:extLst xmlns:a="http://schemas.openxmlformats.org/drawingml/2006/main">
              <a:ext uri="{FF2B5EF4-FFF2-40B4-BE49-F238E27FC236}">
                <a16:creationId xmlns:a16="http://schemas.microsoft.com/office/drawing/2014/main" id="{CA9435E0-9DDE-43F4-9350-18BA381A8CB1}"/>
              </a:ext>
            </a:extLst>
          </p:cNvPr>
          <p:cNvSpPr>
            <a:spLocks xmlns:a="http://schemas.openxmlformats.org/drawingml/2006/main" noGrp="1"/>
          </p:cNvSpPr>
          <p:nvPr/>
        </p:nvSpPr>
        <p:spPr>
          <a:xfrm xmlns:a="http://schemas.openxmlformats.org/drawingml/2006/main">
            <a:off x="6000750" y="3067050"/>
            <a:ext cx="190500" cy="1143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33" name="method-2">
            <a:extLst xmlns:a="http://schemas.openxmlformats.org/drawingml/2006/main">
              <a:ext uri="{FF2B5EF4-FFF2-40B4-BE49-F238E27FC236}">
                <a16:creationId xmlns:a16="http://schemas.microsoft.com/office/drawing/2014/main" id="{520F0E27-C67F-48DC-B029-FF13B9F21CB2}"/>
              </a:ext>
            </a:extLst>
          </p:cNvPr>
          <p:cNvSpPr>
            <a:spLocks xmlns:a="http://schemas.openxmlformats.org/drawingml/2006/main" noGrp="1"/>
          </p:cNvSpPr>
          <p:nvPr/>
        </p:nvSpPr>
        <p:spPr>
          <a:xfrm xmlns:a="http://schemas.openxmlformats.org/drawingml/2006/main">
            <a:off x="6324600" y="2152650"/>
            <a:ext cx="2400300" cy="2171700"/>
          </a:xfrm>
          <a:prstGeom xmlns:a="http://schemas.openxmlformats.org/drawingml/2006/main" prst="roundRect">
            <a:avLst>
              <a:gd name="adj" fmla="val 3509"/>
            </a:avLst>
          </a:prstGeom>
          <a:solidFill xmlns:a="http://schemas.openxmlformats.org/drawingml/2006/main">
            <a:srgbClr val="132137"/>
          </a:solidFill>
          <a:ln xmlns:a="http://schemas.openxmlformats.org/drawingml/2006/main" w="9525">
            <a:solidFill>
              <a:srgbClr val="263B55"/>
            </a:solidFill>
          </a:ln>
        </p:spPr>
      </p:sp>
      <p:sp>
        <p:nvSpPr>
          <p:cNvPr id="34" name="icon-132">
            <a:extLst xmlns:a="http://schemas.openxmlformats.org/drawingml/2006/main">
              <a:ext uri="{FF2B5EF4-FFF2-40B4-BE49-F238E27FC236}">
                <a16:creationId xmlns:a16="http://schemas.microsoft.com/office/drawing/2014/main" id="{DE0C3747-C0CC-4F49-A1C1-20C1EBBD99FF}"/>
              </a:ext>
            </a:extLst>
          </p:cNvPr>
          <p:cNvSpPr>
            <a:spLocks xmlns:a="http://schemas.openxmlformats.org/drawingml/2006/main" noGrp="1"/>
          </p:cNvSpPr>
          <p:nvPr/>
        </p:nvSpPr>
        <p:spPr>
          <a:xfrm xmlns:a="http://schemas.openxmlformats.org/drawingml/2006/main">
            <a:off x="6515100" y="2362200"/>
            <a:ext cx="266700" cy="266700"/>
          </a:xfrm>
          <a:prstGeom xmlns:a="http://schemas.openxmlformats.org/drawingml/2006/main" prst="ellipse">
            <a:avLst/>
          </a:prstGeom>
          <a:noFill xmlns:a="http://schemas.openxmlformats.org/drawingml/2006/main"/>
          <a:ln xmlns:a="http://schemas.openxmlformats.org/drawingml/2006/main" w="15240">
            <a:solidFill>
              <a:srgbClr val="58C6E4"/>
            </a:solidFill>
          </a:ln>
        </p:spPr>
      </p:sp>
      <p:sp>
        <p:nvSpPr>
          <p:cNvPr id="35" name="line-133">
            <a:extLst xmlns:a="http://schemas.openxmlformats.org/drawingml/2006/main">
              <a:ext uri="{FF2B5EF4-FFF2-40B4-BE49-F238E27FC236}">
                <a16:creationId xmlns:a16="http://schemas.microsoft.com/office/drawing/2014/main" id="{1AB8668D-BFFC-423E-8F39-2A8EEF6D8FD8}"/>
              </a:ext>
            </a:extLst>
          </p:cNvPr>
          <p:cNvSpPr>
            <a:spLocks xmlns:a="http://schemas.openxmlformats.org/drawingml/2006/main" noGrp="1"/>
          </p:cNvSpPr>
          <p:nvPr/>
        </p:nvSpPr>
        <p:spPr>
          <a:xfrm xmlns:a="http://schemas.openxmlformats.org/drawingml/2006/main">
            <a:off x="6581775" y="2495550"/>
            <a:ext cx="47625" cy="476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6" name="line-134">
            <a:extLst xmlns:a="http://schemas.openxmlformats.org/drawingml/2006/main">
              <a:ext uri="{FF2B5EF4-FFF2-40B4-BE49-F238E27FC236}">
                <a16:creationId xmlns:a16="http://schemas.microsoft.com/office/drawing/2014/main" id="{CCDD7887-B43A-4886-ABC0-4A18ACE2509F}"/>
              </a:ext>
            </a:extLst>
          </p:cNvPr>
          <p:cNvSpPr>
            <a:spLocks xmlns:a="http://schemas.openxmlformats.org/drawingml/2006/main" noGrp="1"/>
          </p:cNvSpPr>
          <p:nvPr/>
        </p:nvSpPr>
        <p:spPr>
          <a:xfrm xmlns:a="http://schemas.openxmlformats.org/drawingml/2006/main" flipV="1">
            <a:off x="6629400" y="2438400"/>
            <a:ext cx="95250" cy="10477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7" name="method-title-2">
            <a:extLst xmlns:a="http://schemas.openxmlformats.org/drawingml/2006/main">
              <a:ext uri="{FF2B5EF4-FFF2-40B4-BE49-F238E27FC236}">
                <a16:creationId xmlns:a16="http://schemas.microsoft.com/office/drawing/2014/main" id="{0AABF75A-9BED-4919-BD83-99046B7BB46E}"/>
              </a:ext>
            </a:extLst>
          </p:cNvPr>
          <p:cNvSpPr>
            <a:spLocks xmlns:a="http://schemas.openxmlformats.org/drawingml/2006/main" noGrp="1"/>
          </p:cNvSpPr>
          <p:nvPr/>
        </p:nvSpPr>
        <p:spPr>
          <a:xfrm xmlns:a="http://schemas.openxmlformats.org/drawingml/2006/main">
            <a:off x="6515100" y="2781300"/>
            <a:ext cx="2019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Verificar</a:t>
            </a:r>
          </a:p>
        </p:txBody>
      </p:sp>
      <p:sp>
        <p:nvSpPr>
          <p:cNvPr id="38" name="method-artifact-2">
            <a:extLst xmlns:a="http://schemas.openxmlformats.org/drawingml/2006/main">
              <a:ext uri="{FF2B5EF4-FFF2-40B4-BE49-F238E27FC236}">
                <a16:creationId xmlns:a16="http://schemas.microsoft.com/office/drawing/2014/main" id="{C711091E-C102-469A-BCF3-E8D6CA8C4868}"/>
              </a:ext>
            </a:extLst>
          </p:cNvPr>
          <p:cNvSpPr>
            <a:spLocks xmlns:a="http://schemas.openxmlformats.org/drawingml/2006/main" noGrp="1"/>
          </p:cNvSpPr>
          <p:nvPr/>
        </p:nvSpPr>
        <p:spPr>
          <a:xfrm xmlns:a="http://schemas.openxmlformats.org/drawingml/2006/main">
            <a:off x="6515100" y="323850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pytest y escenarios sintéticos con resultados esperados</a:t>
            </a:r>
          </a:p>
        </p:txBody>
      </p:sp>
      <p:sp>
        <p:nvSpPr>
          <p:cNvPr id="39" name="method-arrow-2">
            <a:extLst xmlns:a="http://schemas.openxmlformats.org/drawingml/2006/main">
              <a:ext uri="{FF2B5EF4-FFF2-40B4-BE49-F238E27FC236}">
                <a16:creationId xmlns:a16="http://schemas.microsoft.com/office/drawing/2014/main" id="{35261725-59B1-49DD-B780-94FEB0395818}"/>
              </a:ext>
            </a:extLst>
          </p:cNvPr>
          <p:cNvSpPr>
            <a:spLocks xmlns:a="http://schemas.openxmlformats.org/drawingml/2006/main" noGrp="1"/>
          </p:cNvSpPr>
          <p:nvPr/>
        </p:nvSpPr>
        <p:spPr>
          <a:xfrm xmlns:a="http://schemas.openxmlformats.org/drawingml/2006/main">
            <a:off x="8858250" y="3067050"/>
            <a:ext cx="190500" cy="1143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40" name="method-3">
            <a:extLst xmlns:a="http://schemas.openxmlformats.org/drawingml/2006/main">
              <a:ext uri="{FF2B5EF4-FFF2-40B4-BE49-F238E27FC236}">
                <a16:creationId xmlns:a16="http://schemas.microsoft.com/office/drawing/2014/main" id="{D5D199A4-E728-40DB-82B1-31C7600E74B3}"/>
              </a:ext>
            </a:extLst>
          </p:cNvPr>
          <p:cNvSpPr>
            <a:spLocks xmlns:a="http://schemas.openxmlformats.org/drawingml/2006/main" noGrp="1"/>
          </p:cNvSpPr>
          <p:nvPr/>
        </p:nvSpPr>
        <p:spPr>
          <a:xfrm xmlns:a="http://schemas.openxmlformats.org/drawingml/2006/main">
            <a:off x="9182100" y="2152650"/>
            <a:ext cx="2400300" cy="2171700"/>
          </a:xfrm>
          <a:prstGeom xmlns:a="http://schemas.openxmlformats.org/drawingml/2006/main" prst="roundRect">
            <a:avLst>
              <a:gd name="adj" fmla="val 3509"/>
            </a:avLst>
          </a:prstGeom>
          <a:solidFill xmlns:a="http://schemas.openxmlformats.org/drawingml/2006/main">
            <a:srgbClr val="132137"/>
          </a:solidFill>
          <a:ln xmlns:a="http://schemas.openxmlformats.org/drawingml/2006/main" w="9525">
            <a:solidFill>
              <a:srgbClr val="263B55"/>
            </a:solidFill>
          </a:ln>
        </p:spPr>
      </p:sp>
      <p:sp>
        <p:nvSpPr>
          <p:cNvPr id="41" name="icon-135">
            <a:extLst xmlns:a="http://schemas.openxmlformats.org/drawingml/2006/main">
              <a:ext uri="{FF2B5EF4-FFF2-40B4-BE49-F238E27FC236}">
                <a16:creationId xmlns:a16="http://schemas.microsoft.com/office/drawing/2014/main" id="{1ACC1EA0-5710-47FC-BB17-07A24E09C639}"/>
              </a:ext>
            </a:extLst>
          </p:cNvPr>
          <p:cNvSpPr>
            <a:spLocks xmlns:a="http://schemas.openxmlformats.org/drawingml/2006/main" noGrp="1"/>
          </p:cNvSpPr>
          <p:nvPr/>
        </p:nvSpPr>
        <p:spPr>
          <a:xfrm xmlns:a="http://schemas.openxmlformats.org/drawingml/2006/main">
            <a:off x="9401175" y="2362200"/>
            <a:ext cx="209550" cy="266700"/>
          </a:xfrm>
          <a:prstGeom xmlns:a="http://schemas.openxmlformats.org/drawingml/2006/main" prst="rect">
            <a:avLst/>
          </a:prstGeom>
          <a:noFill xmlns:a="http://schemas.openxmlformats.org/drawingml/2006/main"/>
          <a:ln xmlns:a="http://schemas.openxmlformats.org/drawingml/2006/main" w="15240">
            <a:solidFill>
              <a:srgbClr val="58C6E4"/>
            </a:solidFill>
          </a:ln>
        </p:spPr>
      </p:sp>
      <p:sp>
        <p:nvSpPr>
          <p:cNvPr id="42" name="line-136">
            <a:extLst xmlns:a="http://schemas.openxmlformats.org/drawingml/2006/main">
              <a:ext uri="{FF2B5EF4-FFF2-40B4-BE49-F238E27FC236}">
                <a16:creationId xmlns:a16="http://schemas.microsoft.com/office/drawing/2014/main" id="{79917D63-98F8-446E-AFEE-A3750530421F}"/>
              </a:ext>
            </a:extLst>
          </p:cNvPr>
          <p:cNvSpPr>
            <a:spLocks xmlns:a="http://schemas.openxmlformats.org/drawingml/2006/main" noGrp="1"/>
          </p:cNvSpPr>
          <p:nvPr/>
        </p:nvSpPr>
        <p:spPr>
          <a:xfrm xmlns:a="http://schemas.openxmlformats.org/drawingml/2006/main">
            <a:off x="9448800" y="2428875"/>
            <a:ext cx="1143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43" name="line-137">
            <a:extLst xmlns:a="http://schemas.openxmlformats.org/drawingml/2006/main">
              <a:ext uri="{FF2B5EF4-FFF2-40B4-BE49-F238E27FC236}">
                <a16:creationId xmlns:a16="http://schemas.microsoft.com/office/drawing/2014/main" id="{5F459BEC-FC5B-4FC0-B84E-B3BB26772A23}"/>
              </a:ext>
            </a:extLst>
          </p:cNvPr>
          <p:cNvSpPr>
            <a:spLocks xmlns:a="http://schemas.openxmlformats.org/drawingml/2006/main" noGrp="1"/>
          </p:cNvSpPr>
          <p:nvPr/>
        </p:nvSpPr>
        <p:spPr>
          <a:xfrm xmlns:a="http://schemas.openxmlformats.org/drawingml/2006/main">
            <a:off x="9448800" y="2486025"/>
            <a:ext cx="1143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44" name="line-138">
            <a:extLst xmlns:a="http://schemas.openxmlformats.org/drawingml/2006/main">
              <a:ext uri="{FF2B5EF4-FFF2-40B4-BE49-F238E27FC236}">
                <a16:creationId xmlns:a16="http://schemas.microsoft.com/office/drawing/2014/main" id="{67F072C7-5742-4556-A09F-9C94C234CA48}"/>
              </a:ext>
            </a:extLst>
          </p:cNvPr>
          <p:cNvSpPr>
            <a:spLocks xmlns:a="http://schemas.openxmlformats.org/drawingml/2006/main" noGrp="1"/>
          </p:cNvSpPr>
          <p:nvPr/>
        </p:nvSpPr>
        <p:spPr>
          <a:xfrm xmlns:a="http://schemas.openxmlformats.org/drawingml/2006/main">
            <a:off x="9448800" y="2543175"/>
            <a:ext cx="85725"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45" name="method-title-3">
            <a:extLst xmlns:a="http://schemas.openxmlformats.org/drawingml/2006/main">
              <a:ext uri="{FF2B5EF4-FFF2-40B4-BE49-F238E27FC236}">
                <a16:creationId xmlns:a16="http://schemas.microsoft.com/office/drawing/2014/main" id="{4BE5E556-EA3E-40CB-988F-A9D5E9102C86}"/>
              </a:ext>
            </a:extLst>
          </p:cNvPr>
          <p:cNvSpPr>
            <a:spLocks xmlns:a="http://schemas.openxmlformats.org/drawingml/2006/main" noGrp="1"/>
          </p:cNvSpPr>
          <p:nvPr/>
        </p:nvSpPr>
        <p:spPr>
          <a:xfrm xmlns:a="http://schemas.openxmlformats.org/drawingml/2006/main">
            <a:off x="9372600" y="2781300"/>
            <a:ext cx="2019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Integrar</a:t>
            </a:r>
          </a:p>
        </p:txBody>
      </p:sp>
      <p:sp>
        <p:nvSpPr>
          <p:cNvPr id="46" name="method-artifact-3">
            <a:extLst xmlns:a="http://schemas.openxmlformats.org/drawingml/2006/main">
              <a:ext uri="{FF2B5EF4-FFF2-40B4-BE49-F238E27FC236}">
                <a16:creationId xmlns:a16="http://schemas.microsoft.com/office/drawing/2014/main" id="{E3DE3C65-496F-4950-B646-A3DDB699AF30}"/>
              </a:ext>
            </a:extLst>
          </p:cNvPr>
          <p:cNvSpPr>
            <a:spLocks xmlns:a="http://schemas.openxmlformats.org/drawingml/2006/main" noGrp="1"/>
          </p:cNvSpPr>
          <p:nvPr/>
        </p:nvSpPr>
        <p:spPr>
          <a:xfrm xmlns:a="http://schemas.openxmlformats.org/drawingml/2006/main">
            <a:off x="9372600" y="323850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Historial Git, PR #5–#6 y registros de validación</a:t>
            </a:r>
          </a:p>
        </p:txBody>
      </p:sp>
      <p:sp>
        <p:nvSpPr>
          <p:cNvPr id="47" name="fase-actual">
            <a:extLst xmlns:a="http://schemas.openxmlformats.org/drawingml/2006/main">
              <a:ext uri="{FF2B5EF4-FFF2-40B4-BE49-F238E27FC236}">
                <a16:creationId xmlns:a16="http://schemas.microsoft.com/office/drawing/2014/main" id="{72311B15-683D-439D-A3C9-3BD5C494F791}"/>
              </a:ext>
            </a:extLst>
          </p:cNvPr>
          <p:cNvSpPr>
            <a:spLocks xmlns:a="http://schemas.openxmlformats.org/drawingml/2006/main" noGrp="1"/>
          </p:cNvSpPr>
          <p:nvPr/>
        </p:nvSpPr>
        <p:spPr>
          <a:xfrm xmlns:a="http://schemas.openxmlformats.org/drawingml/2006/main">
            <a:off x="609600" y="48482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E8EEF7"/>
                </a:solidFill>
              </a:defRPr>
            </a:defPPr>
            <a:lvl1pPr algn="l">
              <a:defRPr sz="1650" b="0">
                <a:solidFill>
                  <a:srgbClr val="E8EEF7"/>
                </a:solidFill>
              </a:defRPr>
            </a:lvl1pPr>
            <a:lvl2pPr algn="l">
              <a:defRPr sz="1650" b="0">
                <a:solidFill>
                  <a:srgbClr val="E8EEF7"/>
                </a:solidFill>
              </a:defRPr>
            </a:lvl2pPr>
            <a:lvl3pPr algn="l">
              <a:defRPr sz="1650" b="0">
                <a:solidFill>
                  <a:srgbClr val="E8EEF7"/>
                </a:solidFill>
              </a:defRPr>
            </a:lvl3pPr>
            <a:lvl4pPr algn="l">
              <a:defRPr sz="1650" b="0">
                <a:solidFill>
                  <a:srgbClr val="E8EEF7"/>
                </a:solidFill>
              </a:defRPr>
            </a:lvl4pPr>
            <a:lvl5pPr algn="l">
              <a:defRPr sz="1650" b="0">
                <a:solidFill>
                  <a:srgbClr val="E8EEF7"/>
                </a:solidFill>
              </a:defRPr>
            </a:lvl5pPr>
            <a:lvl6pPr algn="l">
              <a:defRPr sz="1650" b="0">
                <a:solidFill>
                  <a:srgbClr val="E8EEF7"/>
                </a:solidFill>
              </a:defRPr>
            </a:lvl6pPr>
            <a:lvl7pPr algn="l">
              <a:defRPr sz="1650" b="0">
                <a:solidFill>
                  <a:srgbClr val="E8EEF7"/>
                </a:solidFill>
              </a:defRPr>
            </a:lvl7pPr>
            <a:lvl8pPr algn="l">
              <a:defRPr sz="1650" b="0">
                <a:solidFill>
                  <a:srgbClr val="E8EEF7"/>
                </a:solidFill>
              </a:defRPr>
            </a:lvl8pPr>
            <a:lvl9pPr algn="l">
              <a:defRPr sz="1650" b="0">
                <a:solidFill>
                  <a:srgbClr val="E8EEF7"/>
                </a:solidFill>
              </a:defRPr>
            </a:lvl9pPr>
          </a:lstStyle>
          <a:p xmlns:a="http://schemas.openxmlformats.org/drawingml/2006/main">
            <a:pPr algn="l">
              <a:defRPr sz="1650" b="0">
                <a:solidFill>
                  <a:srgbClr val="E8EEF7"/>
                </a:solidFill>
              </a:defRPr>
            </a:pPr>
            <a:r>
              <a:rPr sz="1650" b="0">
                <a:solidFill>
                  <a:srgbClr val="E8EEF7"/>
                </a:solidFill>
              </a:rPr>
              <a:t>Fase 2: integración y validación del prototipo.</a:t>
            </a:r>
          </a:p>
        </p:txBody>
      </p:sp>
      <p:sp>
        <p:nvSpPr>
          <p:cNvPr id="48" name="referencia-metodo">
            <a:extLst xmlns:a="http://schemas.openxmlformats.org/drawingml/2006/main">
              <a:ext uri="{FF2B5EF4-FFF2-40B4-BE49-F238E27FC236}">
                <a16:creationId xmlns:a16="http://schemas.microsoft.com/office/drawing/2014/main" id="{22FDD4E6-6FA6-4314-A09F-705DFC83AC23}"/>
              </a:ext>
            </a:extLst>
          </p:cNvPr>
          <p:cNvSpPr>
            <a:spLocks xmlns:a="http://schemas.openxmlformats.org/drawingml/2006/main" noGrp="1"/>
          </p:cNvSpPr>
          <p:nvPr/>
        </p:nvSpPr>
        <p:spPr>
          <a:xfrm xmlns:a="http://schemas.openxmlformats.org/drawingml/2006/main">
            <a:off x="609600" y="5391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Base: Fase 1, p. 4. Referencia: NASA, SWE-019, modelo incremental (2023).</a:t>
            </a:r>
          </a:p>
        </p:txBody>
      </p:sp>
    </p:spTree>
    <p:extLst>
      <p:ext uri="{BB962C8B-B14F-4D97-AF65-F5344CB8AC3E}">
        <p14:creationId xmlns:p14="http://schemas.microsoft.com/office/powerpoint/2010/main" val="110273361"/>
      </p:ext>
    </p:extLst>
  </p:cSld>
</p:sld>
</file>

<file path=ppt/slides/slide5.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5B65D141-1F33-41E6-A18B-425A0AD5632C}"/>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Avance vs. planificación</a:t>
            </a:r>
          </a:p>
        </p:txBody>
      </p:sp>
      <p:sp>
        <p:nvSpPr>
          <p:cNvPr id="3" name="pagina">
            <a:extLst xmlns:a="http://schemas.openxmlformats.org/drawingml/2006/main">
              <a:ext uri="{FF2B5EF4-FFF2-40B4-BE49-F238E27FC236}">
                <a16:creationId xmlns:a16="http://schemas.microsoft.com/office/drawing/2014/main" id="{FD1501AB-4498-45EF-A2AC-CC3DD1FDD75A}"/>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05/10</a:t>
            </a:r>
          </a:p>
        </p:txBody>
      </p:sp>
      <p:sp>
        <p:nvSpPr>
          <p:cNvPr id="4" name="node-28">
            <a:extLst xmlns:a="http://schemas.openxmlformats.org/drawingml/2006/main">
              <a:ext uri="{FF2B5EF4-FFF2-40B4-BE49-F238E27FC236}">
                <a16:creationId xmlns:a16="http://schemas.microsoft.com/office/drawing/2014/main" id="{36201624-A203-4B0A-9240-232FA1947836}"/>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29">
            <a:extLst xmlns:a="http://schemas.openxmlformats.org/drawingml/2006/main">
              <a:ext uri="{FF2B5EF4-FFF2-40B4-BE49-F238E27FC236}">
                <a16:creationId xmlns:a16="http://schemas.microsoft.com/office/drawing/2014/main" id="{942A4A43-AA15-42D9-BE9E-D4605E6ED1A1}"/>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30">
            <a:extLst xmlns:a="http://schemas.openxmlformats.org/drawingml/2006/main">
              <a:ext uri="{FF2B5EF4-FFF2-40B4-BE49-F238E27FC236}">
                <a16:creationId xmlns:a16="http://schemas.microsoft.com/office/drawing/2014/main" id="{0FFE88C3-8324-4445-8360-9AE8BE8FB060}"/>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31">
            <a:extLst xmlns:a="http://schemas.openxmlformats.org/drawingml/2006/main">
              <a:ext uri="{FF2B5EF4-FFF2-40B4-BE49-F238E27FC236}">
                <a16:creationId xmlns:a16="http://schemas.microsoft.com/office/drawing/2014/main" id="{3A861E7A-A00D-4BA5-B5E6-756A78CABD5F}"/>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32">
            <a:extLst xmlns:a="http://schemas.openxmlformats.org/drawingml/2006/main">
              <a:ext uri="{FF2B5EF4-FFF2-40B4-BE49-F238E27FC236}">
                <a16:creationId xmlns:a16="http://schemas.microsoft.com/office/drawing/2014/main" id="{28EBBA61-839E-49BC-B586-1466814723D5}"/>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8D51A56D-D801-4ADB-8790-50B492DDD22C}"/>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33">
            <a:extLst xmlns:a="http://schemas.openxmlformats.org/drawingml/2006/main">
              <a:ext uri="{FF2B5EF4-FFF2-40B4-BE49-F238E27FC236}">
                <a16:creationId xmlns:a16="http://schemas.microsoft.com/office/drawing/2014/main" id="{0AD48CAC-FFDF-4B31-83D7-6F5C36B83B77}"/>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52368455-FAFD-48B9-B5DB-21AAAD11597F}"/>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34">
            <a:extLst xmlns:a="http://schemas.openxmlformats.org/drawingml/2006/main">
              <a:ext uri="{FF2B5EF4-FFF2-40B4-BE49-F238E27FC236}">
                <a16:creationId xmlns:a16="http://schemas.microsoft.com/office/drawing/2014/main" id="{8922E740-B7DD-4817-ABEF-A3938BB2ABD8}"/>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gantt-panel">
            <a:extLst xmlns:a="http://schemas.openxmlformats.org/drawingml/2006/main">
              <a:ext uri="{FF2B5EF4-FFF2-40B4-BE49-F238E27FC236}">
                <a16:creationId xmlns:a16="http://schemas.microsoft.com/office/drawing/2014/main" id="{E59508F6-A971-4554-A491-A7E66585B244}"/>
              </a:ext>
            </a:extLst>
          </p:cNvPr>
          <p:cNvSpPr>
            <a:spLocks xmlns:a="http://schemas.openxmlformats.org/drawingml/2006/main" noGrp="1"/>
          </p:cNvSpPr>
          <p:nvPr/>
        </p:nvSpPr>
        <p:spPr>
          <a:xfrm xmlns:a="http://schemas.openxmlformats.org/drawingml/2006/main">
            <a:off x="609600" y="1466850"/>
            <a:ext cx="7334250" cy="4076700"/>
          </a:xfrm>
          <a:prstGeom xmlns:a="http://schemas.openxmlformats.org/drawingml/2006/main" prst="roundRect">
            <a:avLst>
              <a:gd name="adj" fmla="val 1869"/>
            </a:avLst>
          </a:prstGeom>
          <a:solidFill xmlns:a="http://schemas.openxmlformats.org/drawingml/2006/main">
            <a:srgbClr val="132137"/>
          </a:solidFill>
          <a:ln xmlns:a="http://schemas.openxmlformats.org/drawingml/2006/main" w="9525">
            <a:solidFill>
              <a:srgbClr val="263B55"/>
            </a:solidFill>
          </a:ln>
        </p:spPr>
      </p:sp>
      <p:sp>
        <p:nvSpPr>
          <p:cNvPr id="14" name="oe-panel">
            <a:extLst xmlns:a="http://schemas.openxmlformats.org/drawingml/2006/main">
              <a:ext uri="{FF2B5EF4-FFF2-40B4-BE49-F238E27FC236}">
                <a16:creationId xmlns:a16="http://schemas.microsoft.com/office/drawing/2014/main" id="{4CEB93AC-B782-4FE4-BF0E-9C4C42154798}"/>
              </a:ext>
            </a:extLst>
          </p:cNvPr>
          <p:cNvSpPr>
            <a:spLocks xmlns:a="http://schemas.openxmlformats.org/drawingml/2006/main" noGrp="1"/>
          </p:cNvSpPr>
          <p:nvPr/>
        </p:nvSpPr>
        <p:spPr>
          <a:xfrm xmlns:a="http://schemas.openxmlformats.org/drawingml/2006/main">
            <a:off x="8172450" y="1466850"/>
            <a:ext cx="3409950" cy="4076700"/>
          </a:xfrm>
          <a:prstGeom xmlns:a="http://schemas.openxmlformats.org/drawingml/2006/main" prst="roundRect">
            <a:avLst>
              <a:gd name="adj" fmla="val 2235"/>
            </a:avLst>
          </a:prstGeom>
          <a:solidFill xmlns:a="http://schemas.openxmlformats.org/drawingml/2006/main">
            <a:srgbClr val="132137"/>
          </a:solidFill>
          <a:ln xmlns:a="http://schemas.openxmlformats.org/drawingml/2006/main" w="9525">
            <a:solidFill>
              <a:srgbClr val="263B55"/>
            </a:solidFill>
          </a:ln>
        </p:spPr>
      </p:sp>
      <p:sp>
        <p:nvSpPr>
          <p:cNvPr id="15" name="gantt-title">
            <a:extLst xmlns:a="http://schemas.openxmlformats.org/drawingml/2006/main">
              <a:ext uri="{FF2B5EF4-FFF2-40B4-BE49-F238E27FC236}">
                <a16:creationId xmlns:a16="http://schemas.microsoft.com/office/drawing/2014/main" id="{E4007D7F-8FB1-485B-A889-A1DBDEE5DAEF}"/>
              </a:ext>
            </a:extLst>
          </p:cNvPr>
          <p:cNvSpPr>
            <a:spLocks xmlns:a="http://schemas.openxmlformats.org/drawingml/2006/main" noGrp="1"/>
          </p:cNvSpPr>
          <p:nvPr/>
        </p:nvSpPr>
        <p:spPr>
          <a:xfrm xmlns:a="http://schemas.openxmlformats.org/drawingml/2006/main">
            <a:off x="838200" y="1685925"/>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Planificación y evidencia</a:t>
            </a:r>
          </a:p>
        </p:txBody>
      </p:sp>
      <p:sp>
        <p:nvSpPr>
          <p:cNvPr id="16" name="plan-legend">
            <a:extLst xmlns:a="http://schemas.openxmlformats.org/drawingml/2006/main">
              <a:ext uri="{FF2B5EF4-FFF2-40B4-BE49-F238E27FC236}">
                <a16:creationId xmlns:a16="http://schemas.microsoft.com/office/drawing/2014/main" id="{F306CF20-D9BC-41AE-A015-6C8573A3A88C}"/>
              </a:ext>
            </a:extLst>
          </p:cNvPr>
          <p:cNvSpPr>
            <a:spLocks xmlns:a="http://schemas.openxmlformats.org/drawingml/2006/main" noGrp="1"/>
          </p:cNvSpPr>
          <p:nvPr/>
        </p:nvSpPr>
        <p:spPr>
          <a:xfrm xmlns:a="http://schemas.openxmlformats.org/drawingml/2006/main">
            <a:off x="838200" y="2076450"/>
            <a:ext cx="238125" cy="66675"/>
          </a:xfrm>
          <a:prstGeom xmlns:a="http://schemas.openxmlformats.org/drawingml/2006/main" prst="roundRect">
            <a:avLst>
              <a:gd name="adj" fmla="val 42857"/>
            </a:avLst>
          </a:prstGeom>
          <a:solidFill xmlns:a="http://schemas.openxmlformats.org/drawingml/2006/main">
            <a:srgbClr val="5A9CF2"/>
          </a:solidFill>
          <a:ln xmlns:a="http://schemas.openxmlformats.org/drawingml/2006/main" w="0">
            <a:noFill/>
          </a:ln>
        </p:spPr>
      </p:sp>
      <p:sp>
        <p:nvSpPr>
          <p:cNvPr id="17" name="plan-legend-text">
            <a:extLst xmlns:a="http://schemas.openxmlformats.org/drawingml/2006/main">
              <a:ext uri="{FF2B5EF4-FFF2-40B4-BE49-F238E27FC236}">
                <a16:creationId xmlns:a16="http://schemas.microsoft.com/office/drawing/2014/main" id="{18C0A56E-7479-434E-998F-C2681F6E615A}"/>
              </a:ext>
            </a:extLst>
          </p:cNvPr>
          <p:cNvSpPr>
            <a:spLocks xmlns:a="http://schemas.openxmlformats.org/drawingml/2006/main" noGrp="1"/>
          </p:cNvSpPr>
          <p:nvPr/>
        </p:nvSpPr>
        <p:spPr>
          <a:xfrm xmlns:a="http://schemas.openxmlformats.org/drawingml/2006/main">
            <a:off x="1171575" y="19907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Plan original</a:t>
            </a:r>
          </a:p>
        </p:txBody>
      </p:sp>
      <p:sp>
        <p:nvSpPr>
          <p:cNvPr id="18" name="node-139">
            <a:extLst xmlns:a="http://schemas.openxmlformats.org/drawingml/2006/main">
              <a:ext uri="{FF2B5EF4-FFF2-40B4-BE49-F238E27FC236}">
                <a16:creationId xmlns:a16="http://schemas.microsoft.com/office/drawing/2014/main" id="{148DD968-B120-467B-9183-9C9A11BE3142}"/>
              </a:ext>
            </a:extLst>
          </p:cNvPr>
          <p:cNvSpPr>
            <a:spLocks xmlns:a="http://schemas.openxmlformats.org/drawingml/2006/main" noGrp="1"/>
          </p:cNvSpPr>
          <p:nvPr/>
        </p:nvSpPr>
        <p:spPr>
          <a:xfrm xmlns:a="http://schemas.openxmlformats.org/drawingml/2006/main">
            <a:off x="3143250" y="2085975"/>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19" name="real-legend-text">
            <a:extLst xmlns:a="http://schemas.openxmlformats.org/drawingml/2006/main">
              <a:ext uri="{FF2B5EF4-FFF2-40B4-BE49-F238E27FC236}">
                <a16:creationId xmlns:a16="http://schemas.microsoft.com/office/drawing/2014/main" id="{EBF9233E-76DF-4A6C-A231-F9B8C9987871}"/>
              </a:ext>
            </a:extLst>
          </p:cNvPr>
          <p:cNvSpPr>
            <a:spLocks xmlns:a="http://schemas.openxmlformats.org/drawingml/2006/main" noGrp="1"/>
          </p:cNvSpPr>
          <p:nvPr/>
        </p:nvSpPr>
        <p:spPr>
          <a:xfrm xmlns:a="http://schemas.openxmlformats.org/drawingml/2006/main">
            <a:off x="3286125" y="199072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Hito documentado</a:t>
            </a:r>
          </a:p>
        </p:txBody>
      </p:sp>
      <p:sp>
        <p:nvSpPr>
          <p:cNvPr id="20" name="semanas-label">
            <a:extLst xmlns:a="http://schemas.openxmlformats.org/drawingml/2006/main">
              <a:ext uri="{FF2B5EF4-FFF2-40B4-BE49-F238E27FC236}">
                <a16:creationId xmlns:a16="http://schemas.microsoft.com/office/drawing/2014/main" id="{F2583DA4-ECBA-43D9-B3A7-6091B22BC17E}"/>
              </a:ext>
            </a:extLst>
          </p:cNvPr>
          <p:cNvSpPr>
            <a:spLocks xmlns:a="http://schemas.openxmlformats.org/drawingml/2006/main" noGrp="1"/>
          </p:cNvSpPr>
          <p:nvPr/>
        </p:nvSpPr>
        <p:spPr>
          <a:xfrm xmlns:a="http://schemas.openxmlformats.org/drawingml/2006/main">
            <a:off x="3048000" y="2276475"/>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Semanas del plan</a:t>
            </a:r>
          </a:p>
        </p:txBody>
      </p:sp>
      <p:sp>
        <p:nvSpPr>
          <p:cNvPr id="21" name="hitos-label">
            <a:extLst xmlns:a="http://schemas.openxmlformats.org/drawingml/2006/main">
              <a:ext uri="{FF2B5EF4-FFF2-40B4-BE49-F238E27FC236}">
                <a16:creationId xmlns:a16="http://schemas.microsoft.com/office/drawing/2014/main" id="{A92A365D-3C3A-4AF3-8843-53AB82333175}"/>
              </a:ext>
            </a:extLst>
          </p:cNvPr>
          <p:cNvSpPr>
            <a:spLocks xmlns:a="http://schemas.openxmlformats.org/drawingml/2006/main" noGrp="1"/>
          </p:cNvSpPr>
          <p:nvPr/>
        </p:nvSpPr>
        <p:spPr>
          <a:xfrm xmlns:a="http://schemas.openxmlformats.org/drawingml/2006/main">
            <a:off x="6334125" y="2276475"/>
            <a:ext cx="1390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A5B6CD"/>
                </a:solidFill>
              </a:defRPr>
            </a:defPPr>
            <a:lvl1pPr algn="l">
              <a:defRPr sz="1200" b="1">
                <a:solidFill>
                  <a:srgbClr val="A5B6CD"/>
                </a:solidFill>
              </a:defRPr>
            </a:lvl1pPr>
            <a:lvl2pPr algn="l">
              <a:defRPr sz="1200" b="1">
                <a:solidFill>
                  <a:srgbClr val="A5B6CD"/>
                </a:solidFill>
              </a:defRPr>
            </a:lvl2pPr>
            <a:lvl3pPr algn="l">
              <a:defRPr sz="1200" b="1">
                <a:solidFill>
                  <a:srgbClr val="A5B6CD"/>
                </a:solidFill>
              </a:defRPr>
            </a:lvl3pPr>
            <a:lvl4pPr algn="l">
              <a:defRPr sz="1200" b="1">
                <a:solidFill>
                  <a:srgbClr val="A5B6CD"/>
                </a:solidFill>
              </a:defRPr>
            </a:lvl4pPr>
            <a:lvl5pPr algn="l">
              <a:defRPr sz="1200" b="1">
                <a:solidFill>
                  <a:srgbClr val="A5B6CD"/>
                </a:solidFill>
              </a:defRPr>
            </a:lvl5pPr>
            <a:lvl6pPr algn="l">
              <a:defRPr sz="1200" b="1">
                <a:solidFill>
                  <a:srgbClr val="A5B6CD"/>
                </a:solidFill>
              </a:defRPr>
            </a:lvl6pPr>
            <a:lvl7pPr algn="l">
              <a:defRPr sz="1200" b="1">
                <a:solidFill>
                  <a:srgbClr val="A5B6CD"/>
                </a:solidFill>
              </a:defRPr>
            </a:lvl7pPr>
            <a:lvl8pPr algn="l">
              <a:defRPr sz="1200" b="1">
                <a:solidFill>
                  <a:srgbClr val="A5B6CD"/>
                </a:solidFill>
              </a:defRPr>
            </a:lvl8pPr>
            <a:lvl9pPr algn="l">
              <a:defRPr sz="1200" b="1">
                <a:solidFill>
                  <a:srgbClr val="A5B6CD"/>
                </a:solidFill>
              </a:defRPr>
            </a:lvl9pPr>
          </a:lstStyle>
          <a:p xmlns:a="http://schemas.openxmlformats.org/drawingml/2006/main">
            <a:pPr algn="l">
              <a:defRPr sz="1200" b="1">
                <a:solidFill>
                  <a:srgbClr val="A5B6CD"/>
                </a:solidFill>
              </a:defRPr>
            </a:pPr>
            <a:r>
              <a:rPr sz="1200" b="1">
                <a:solidFill>
                  <a:srgbClr val="A5B6CD"/>
                </a:solidFill>
              </a:rPr>
              <a:t>Real: hitos</a:t>
            </a:r>
          </a:p>
        </p:txBody>
      </p:sp>
      <p:sp>
        <p:nvSpPr>
          <p:cNvPr id="22" name="semana-1">
            <a:extLst xmlns:a="http://schemas.openxmlformats.org/drawingml/2006/main">
              <a:ext uri="{FF2B5EF4-FFF2-40B4-BE49-F238E27FC236}">
                <a16:creationId xmlns:a16="http://schemas.microsoft.com/office/drawing/2014/main" id="{1ACBF5D9-8A30-4069-AD08-359269ECA6B6}"/>
              </a:ext>
            </a:extLst>
          </p:cNvPr>
          <p:cNvSpPr>
            <a:spLocks xmlns:a="http://schemas.openxmlformats.org/drawingml/2006/main" noGrp="1"/>
          </p:cNvSpPr>
          <p:nvPr/>
        </p:nvSpPr>
        <p:spPr>
          <a:xfrm xmlns:a="http://schemas.openxmlformats.org/drawingml/2006/main">
            <a:off x="3019425" y="25050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S1</a:t>
            </a:r>
          </a:p>
        </p:txBody>
      </p:sp>
      <p:sp>
        <p:nvSpPr>
          <p:cNvPr id="23" name="line-140">
            <a:extLst xmlns:a="http://schemas.openxmlformats.org/drawingml/2006/main">
              <a:ext uri="{FF2B5EF4-FFF2-40B4-BE49-F238E27FC236}">
                <a16:creationId xmlns:a16="http://schemas.microsoft.com/office/drawing/2014/main" id="{1E51C9E3-615B-40D1-8456-936FC46957C8}"/>
              </a:ext>
            </a:extLst>
          </p:cNvPr>
          <p:cNvSpPr>
            <a:spLocks xmlns:a="http://schemas.openxmlformats.org/drawingml/2006/main" noGrp="1"/>
          </p:cNvSpPr>
          <p:nvPr/>
        </p:nvSpPr>
        <p:spPr>
          <a:xfrm xmlns:a="http://schemas.openxmlformats.org/drawingml/2006/main">
            <a:off x="3048000" y="2771775"/>
            <a:ext cx="9525" cy="2343150"/>
          </a:xfrm>
          <a:prstGeom xmlns:a="http://schemas.openxmlformats.org/drawingml/2006/main" prst="line">
            <a:avLst/>
          </a:prstGeom>
          <a:noFill xmlns:a="http://schemas.openxmlformats.org/drawingml/2006/main"/>
          <a:ln xmlns:a="http://schemas.openxmlformats.org/drawingml/2006/main" w="6668">
            <a:solidFill>
              <a:srgbClr val="20334B"/>
            </a:solidFill>
          </a:ln>
        </p:spPr>
      </p:sp>
      <p:sp>
        <p:nvSpPr>
          <p:cNvPr id="24" name="semana-6">
            <a:extLst xmlns:a="http://schemas.openxmlformats.org/drawingml/2006/main">
              <a:ext uri="{FF2B5EF4-FFF2-40B4-BE49-F238E27FC236}">
                <a16:creationId xmlns:a16="http://schemas.microsoft.com/office/drawing/2014/main" id="{C859FD9F-CC9D-4439-A35F-FEBE44988086}"/>
              </a:ext>
            </a:extLst>
          </p:cNvPr>
          <p:cNvSpPr>
            <a:spLocks xmlns:a="http://schemas.openxmlformats.org/drawingml/2006/main" noGrp="1"/>
          </p:cNvSpPr>
          <p:nvPr/>
        </p:nvSpPr>
        <p:spPr>
          <a:xfrm xmlns:a="http://schemas.openxmlformats.org/drawingml/2006/main">
            <a:off x="3813175" y="25050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S6</a:t>
            </a:r>
          </a:p>
        </p:txBody>
      </p:sp>
      <p:sp>
        <p:nvSpPr>
          <p:cNvPr id="25" name="line-141">
            <a:extLst xmlns:a="http://schemas.openxmlformats.org/drawingml/2006/main">
              <a:ext uri="{FF2B5EF4-FFF2-40B4-BE49-F238E27FC236}">
                <a16:creationId xmlns:a16="http://schemas.microsoft.com/office/drawing/2014/main" id="{743D5567-84B9-493E-88D4-5FBC4F5651F9}"/>
              </a:ext>
            </a:extLst>
          </p:cNvPr>
          <p:cNvSpPr>
            <a:spLocks xmlns:a="http://schemas.openxmlformats.org/drawingml/2006/main" noGrp="1"/>
          </p:cNvSpPr>
          <p:nvPr/>
        </p:nvSpPr>
        <p:spPr>
          <a:xfrm xmlns:a="http://schemas.openxmlformats.org/drawingml/2006/main">
            <a:off x="3841750" y="2771775"/>
            <a:ext cx="9525" cy="2343150"/>
          </a:xfrm>
          <a:prstGeom xmlns:a="http://schemas.openxmlformats.org/drawingml/2006/main" prst="line">
            <a:avLst/>
          </a:prstGeom>
          <a:noFill xmlns:a="http://schemas.openxmlformats.org/drawingml/2006/main"/>
          <a:ln xmlns:a="http://schemas.openxmlformats.org/drawingml/2006/main" w="6668">
            <a:solidFill>
              <a:srgbClr val="20334B"/>
            </a:solidFill>
          </a:ln>
        </p:spPr>
      </p:sp>
      <p:sp>
        <p:nvSpPr>
          <p:cNvPr id="26" name="semana-12">
            <a:extLst xmlns:a="http://schemas.openxmlformats.org/drawingml/2006/main">
              <a:ext uri="{FF2B5EF4-FFF2-40B4-BE49-F238E27FC236}">
                <a16:creationId xmlns:a16="http://schemas.microsoft.com/office/drawing/2014/main" id="{4497E83F-9E71-4432-8608-196760C0B650}"/>
              </a:ext>
            </a:extLst>
          </p:cNvPr>
          <p:cNvSpPr>
            <a:spLocks xmlns:a="http://schemas.openxmlformats.org/drawingml/2006/main" noGrp="1"/>
          </p:cNvSpPr>
          <p:nvPr/>
        </p:nvSpPr>
        <p:spPr>
          <a:xfrm xmlns:a="http://schemas.openxmlformats.org/drawingml/2006/main">
            <a:off x="4765675" y="25050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S12</a:t>
            </a:r>
          </a:p>
        </p:txBody>
      </p:sp>
      <p:sp>
        <p:nvSpPr>
          <p:cNvPr id="27" name="line-142">
            <a:extLst xmlns:a="http://schemas.openxmlformats.org/drawingml/2006/main">
              <a:ext uri="{FF2B5EF4-FFF2-40B4-BE49-F238E27FC236}">
                <a16:creationId xmlns:a16="http://schemas.microsoft.com/office/drawing/2014/main" id="{C6139249-7F87-4DC9-9717-03717A0CE385}"/>
              </a:ext>
            </a:extLst>
          </p:cNvPr>
          <p:cNvSpPr>
            <a:spLocks xmlns:a="http://schemas.openxmlformats.org/drawingml/2006/main" noGrp="1"/>
          </p:cNvSpPr>
          <p:nvPr/>
        </p:nvSpPr>
        <p:spPr>
          <a:xfrm xmlns:a="http://schemas.openxmlformats.org/drawingml/2006/main">
            <a:off x="4794250" y="2771775"/>
            <a:ext cx="9525" cy="2343150"/>
          </a:xfrm>
          <a:prstGeom xmlns:a="http://schemas.openxmlformats.org/drawingml/2006/main" prst="line">
            <a:avLst/>
          </a:prstGeom>
          <a:noFill xmlns:a="http://schemas.openxmlformats.org/drawingml/2006/main"/>
          <a:ln xmlns:a="http://schemas.openxmlformats.org/drawingml/2006/main" w="6668">
            <a:solidFill>
              <a:srgbClr val="20334B"/>
            </a:solidFill>
          </a:ln>
        </p:spPr>
      </p:sp>
      <p:sp>
        <p:nvSpPr>
          <p:cNvPr id="28" name="semana-18">
            <a:extLst xmlns:a="http://schemas.openxmlformats.org/drawingml/2006/main">
              <a:ext uri="{FF2B5EF4-FFF2-40B4-BE49-F238E27FC236}">
                <a16:creationId xmlns:a16="http://schemas.microsoft.com/office/drawing/2014/main" id="{A555E9C7-05AF-43EE-B819-5D2967007E36}"/>
              </a:ext>
            </a:extLst>
          </p:cNvPr>
          <p:cNvSpPr>
            <a:spLocks xmlns:a="http://schemas.openxmlformats.org/drawingml/2006/main" noGrp="1"/>
          </p:cNvSpPr>
          <p:nvPr/>
        </p:nvSpPr>
        <p:spPr>
          <a:xfrm xmlns:a="http://schemas.openxmlformats.org/drawingml/2006/main">
            <a:off x="5718175" y="25050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S18</a:t>
            </a:r>
          </a:p>
        </p:txBody>
      </p:sp>
      <p:sp>
        <p:nvSpPr>
          <p:cNvPr id="29" name="line-143">
            <a:extLst xmlns:a="http://schemas.openxmlformats.org/drawingml/2006/main">
              <a:ext uri="{FF2B5EF4-FFF2-40B4-BE49-F238E27FC236}">
                <a16:creationId xmlns:a16="http://schemas.microsoft.com/office/drawing/2014/main" id="{9FA2CA92-3D8D-4A86-B076-36D1A60CB8BA}"/>
              </a:ext>
            </a:extLst>
          </p:cNvPr>
          <p:cNvSpPr>
            <a:spLocks xmlns:a="http://schemas.openxmlformats.org/drawingml/2006/main" noGrp="1"/>
          </p:cNvSpPr>
          <p:nvPr/>
        </p:nvSpPr>
        <p:spPr>
          <a:xfrm xmlns:a="http://schemas.openxmlformats.org/drawingml/2006/main">
            <a:off x="5746750" y="2771775"/>
            <a:ext cx="9525" cy="2343150"/>
          </a:xfrm>
          <a:prstGeom xmlns:a="http://schemas.openxmlformats.org/drawingml/2006/main" prst="line">
            <a:avLst/>
          </a:prstGeom>
          <a:noFill xmlns:a="http://schemas.openxmlformats.org/drawingml/2006/main"/>
          <a:ln xmlns:a="http://schemas.openxmlformats.org/drawingml/2006/main" w="6668">
            <a:solidFill>
              <a:srgbClr val="20334B"/>
            </a:solidFill>
          </a:ln>
        </p:spPr>
      </p:sp>
      <p:sp>
        <p:nvSpPr>
          <p:cNvPr id="30" name="actividad-0">
            <a:extLst xmlns:a="http://schemas.openxmlformats.org/drawingml/2006/main">
              <a:ext uri="{FF2B5EF4-FFF2-40B4-BE49-F238E27FC236}">
                <a16:creationId xmlns:a16="http://schemas.microsoft.com/office/drawing/2014/main" id="{B366C9C0-BD15-424D-AE3F-D3C57F1A252D}"/>
              </a:ext>
            </a:extLst>
          </p:cNvPr>
          <p:cNvSpPr>
            <a:spLocks xmlns:a="http://schemas.openxmlformats.org/drawingml/2006/main" noGrp="1"/>
          </p:cNvSpPr>
          <p:nvPr/>
        </p:nvSpPr>
        <p:spPr>
          <a:xfrm xmlns:a="http://schemas.openxmlformats.org/drawingml/2006/main">
            <a:off x="838200" y="2790825"/>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Alcance</a:t>
            </a:r>
          </a:p>
        </p:txBody>
      </p:sp>
      <p:sp>
        <p:nvSpPr>
          <p:cNvPr id="31" name="track-0">
            <a:extLst xmlns:a="http://schemas.openxmlformats.org/drawingml/2006/main">
              <a:ext uri="{FF2B5EF4-FFF2-40B4-BE49-F238E27FC236}">
                <a16:creationId xmlns:a16="http://schemas.microsoft.com/office/drawing/2014/main" id="{2A43A067-9EB9-4B45-A602-6C0E26960B1A}"/>
              </a:ext>
            </a:extLst>
          </p:cNvPr>
          <p:cNvSpPr>
            <a:spLocks xmlns:a="http://schemas.openxmlformats.org/drawingml/2006/main" noGrp="1"/>
          </p:cNvSpPr>
          <p:nvPr/>
        </p:nvSpPr>
        <p:spPr>
          <a:xfrm xmlns:a="http://schemas.openxmlformats.org/drawingml/2006/main">
            <a:off x="3048000" y="2876550"/>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32" name="plan-0">
            <a:extLst xmlns:a="http://schemas.openxmlformats.org/drawingml/2006/main">
              <a:ext uri="{FF2B5EF4-FFF2-40B4-BE49-F238E27FC236}">
                <a16:creationId xmlns:a16="http://schemas.microsoft.com/office/drawing/2014/main" id="{345836CC-425B-401B-A26F-C7CF879D49F1}"/>
              </a:ext>
            </a:extLst>
          </p:cNvPr>
          <p:cNvSpPr>
            <a:spLocks xmlns:a="http://schemas.openxmlformats.org/drawingml/2006/main" noGrp="1"/>
          </p:cNvSpPr>
          <p:nvPr/>
        </p:nvSpPr>
        <p:spPr>
          <a:xfrm xmlns:a="http://schemas.openxmlformats.org/drawingml/2006/main">
            <a:off x="3048000" y="2867025"/>
            <a:ext cx="31750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33" name="node-144">
            <a:extLst xmlns:a="http://schemas.openxmlformats.org/drawingml/2006/main">
              <a:ext uri="{FF2B5EF4-FFF2-40B4-BE49-F238E27FC236}">
                <a16:creationId xmlns:a16="http://schemas.microsoft.com/office/drawing/2014/main" id="{A483422B-086C-4E0E-AF72-5AC741745F33}"/>
              </a:ext>
            </a:extLst>
          </p:cNvPr>
          <p:cNvSpPr>
            <a:spLocks xmlns:a="http://schemas.openxmlformats.org/drawingml/2006/main" noGrp="1"/>
          </p:cNvSpPr>
          <p:nvPr/>
        </p:nvSpPr>
        <p:spPr>
          <a:xfrm xmlns:a="http://schemas.openxmlformats.org/drawingml/2006/main">
            <a:off x="6353175" y="2867025"/>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34" name="hito-0">
            <a:extLst xmlns:a="http://schemas.openxmlformats.org/drawingml/2006/main">
              <a:ext uri="{FF2B5EF4-FFF2-40B4-BE49-F238E27FC236}">
                <a16:creationId xmlns:a16="http://schemas.microsoft.com/office/drawing/2014/main" id="{BD16FD17-0F24-4A33-A0C0-588C82161134}"/>
              </a:ext>
            </a:extLst>
          </p:cNvPr>
          <p:cNvSpPr>
            <a:spLocks xmlns:a="http://schemas.openxmlformats.org/drawingml/2006/main" noGrp="1"/>
          </p:cNvSpPr>
          <p:nvPr/>
        </p:nvSpPr>
        <p:spPr>
          <a:xfrm xmlns:a="http://schemas.openxmlformats.org/drawingml/2006/main">
            <a:off x="6505575" y="27813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≤12/10</a:t>
            </a:r>
          </a:p>
        </p:txBody>
      </p:sp>
      <p:sp>
        <p:nvSpPr>
          <p:cNvPr id="35" name="actividad-1">
            <a:extLst xmlns:a="http://schemas.openxmlformats.org/drawingml/2006/main">
              <a:ext uri="{FF2B5EF4-FFF2-40B4-BE49-F238E27FC236}">
                <a16:creationId xmlns:a16="http://schemas.microsoft.com/office/drawing/2014/main" id="{582921A9-E961-4428-8CDB-BDE7BBF83FD0}"/>
              </a:ext>
            </a:extLst>
          </p:cNvPr>
          <p:cNvSpPr>
            <a:spLocks xmlns:a="http://schemas.openxmlformats.org/drawingml/2006/main" noGrp="1"/>
          </p:cNvSpPr>
          <p:nvPr/>
        </p:nvSpPr>
        <p:spPr>
          <a:xfrm xmlns:a="http://schemas.openxmlformats.org/drawingml/2006/main">
            <a:off x="838200" y="3086100"/>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Arquitectura / lab</a:t>
            </a:r>
          </a:p>
        </p:txBody>
      </p:sp>
      <p:sp>
        <p:nvSpPr>
          <p:cNvPr id="36" name="track-1">
            <a:extLst xmlns:a="http://schemas.openxmlformats.org/drawingml/2006/main">
              <a:ext uri="{FF2B5EF4-FFF2-40B4-BE49-F238E27FC236}">
                <a16:creationId xmlns:a16="http://schemas.microsoft.com/office/drawing/2014/main" id="{E1FF040F-A4FA-414F-9E85-DD0B6FAE8040}"/>
              </a:ext>
            </a:extLst>
          </p:cNvPr>
          <p:cNvSpPr>
            <a:spLocks xmlns:a="http://schemas.openxmlformats.org/drawingml/2006/main" noGrp="1"/>
          </p:cNvSpPr>
          <p:nvPr/>
        </p:nvSpPr>
        <p:spPr>
          <a:xfrm xmlns:a="http://schemas.openxmlformats.org/drawingml/2006/main">
            <a:off x="3048000" y="3171825"/>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37" name="plan-1">
            <a:extLst xmlns:a="http://schemas.openxmlformats.org/drawingml/2006/main">
              <a:ext uri="{FF2B5EF4-FFF2-40B4-BE49-F238E27FC236}">
                <a16:creationId xmlns:a16="http://schemas.microsoft.com/office/drawing/2014/main" id="{3FAEEC05-9460-44E0-81AA-927C1EA19C4E}"/>
              </a:ext>
            </a:extLst>
          </p:cNvPr>
          <p:cNvSpPr>
            <a:spLocks xmlns:a="http://schemas.openxmlformats.org/drawingml/2006/main" noGrp="1"/>
          </p:cNvSpPr>
          <p:nvPr/>
        </p:nvSpPr>
        <p:spPr>
          <a:xfrm xmlns:a="http://schemas.openxmlformats.org/drawingml/2006/main">
            <a:off x="3206750" y="3162300"/>
            <a:ext cx="47625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38" name="node-145">
            <a:extLst xmlns:a="http://schemas.openxmlformats.org/drawingml/2006/main">
              <a:ext uri="{FF2B5EF4-FFF2-40B4-BE49-F238E27FC236}">
                <a16:creationId xmlns:a16="http://schemas.microsoft.com/office/drawing/2014/main" id="{FE2483DE-C9D6-4A93-8640-5EC692FE7771}"/>
              </a:ext>
            </a:extLst>
          </p:cNvPr>
          <p:cNvSpPr>
            <a:spLocks xmlns:a="http://schemas.openxmlformats.org/drawingml/2006/main" noGrp="1"/>
          </p:cNvSpPr>
          <p:nvPr/>
        </p:nvSpPr>
        <p:spPr>
          <a:xfrm xmlns:a="http://schemas.openxmlformats.org/drawingml/2006/main">
            <a:off x="6353175" y="3162300"/>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39" name="hito-1">
            <a:extLst xmlns:a="http://schemas.openxmlformats.org/drawingml/2006/main">
              <a:ext uri="{FF2B5EF4-FFF2-40B4-BE49-F238E27FC236}">
                <a16:creationId xmlns:a16="http://schemas.microsoft.com/office/drawing/2014/main" id="{5B0EAC8A-58E7-4D7E-A38A-107B3FFD7E97}"/>
              </a:ext>
            </a:extLst>
          </p:cNvPr>
          <p:cNvSpPr>
            <a:spLocks xmlns:a="http://schemas.openxmlformats.org/drawingml/2006/main" noGrp="1"/>
          </p:cNvSpPr>
          <p:nvPr/>
        </p:nvSpPr>
        <p:spPr>
          <a:xfrm xmlns:a="http://schemas.openxmlformats.org/drawingml/2006/main">
            <a:off x="6505575" y="30765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≤12/10</a:t>
            </a:r>
          </a:p>
        </p:txBody>
      </p:sp>
      <p:sp>
        <p:nvSpPr>
          <p:cNvPr id="40" name="actividad-2">
            <a:extLst xmlns:a="http://schemas.openxmlformats.org/drawingml/2006/main">
              <a:ext uri="{FF2B5EF4-FFF2-40B4-BE49-F238E27FC236}">
                <a16:creationId xmlns:a16="http://schemas.microsoft.com/office/drawing/2014/main" id="{D263BA32-11D9-4B5D-B46A-5DB6D220242D}"/>
              </a:ext>
            </a:extLst>
          </p:cNvPr>
          <p:cNvSpPr>
            <a:spLocks xmlns:a="http://schemas.openxmlformats.org/drawingml/2006/main" noGrp="1"/>
          </p:cNvSpPr>
          <p:nvPr/>
        </p:nvSpPr>
        <p:spPr>
          <a:xfrm xmlns:a="http://schemas.openxmlformats.org/drawingml/2006/main">
            <a:off x="838200" y="3381375"/>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Recolección / parsing</a:t>
            </a:r>
          </a:p>
        </p:txBody>
      </p:sp>
      <p:sp>
        <p:nvSpPr>
          <p:cNvPr id="41" name="track-2">
            <a:extLst xmlns:a="http://schemas.openxmlformats.org/drawingml/2006/main">
              <a:ext uri="{FF2B5EF4-FFF2-40B4-BE49-F238E27FC236}">
                <a16:creationId xmlns:a16="http://schemas.microsoft.com/office/drawing/2014/main" id="{E18322FC-2801-4493-B357-765231E58B59}"/>
              </a:ext>
            </a:extLst>
          </p:cNvPr>
          <p:cNvSpPr>
            <a:spLocks xmlns:a="http://schemas.openxmlformats.org/drawingml/2006/main" noGrp="1"/>
          </p:cNvSpPr>
          <p:nvPr/>
        </p:nvSpPr>
        <p:spPr>
          <a:xfrm xmlns:a="http://schemas.openxmlformats.org/drawingml/2006/main">
            <a:off x="3048000" y="3467100"/>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42" name="plan-2">
            <a:extLst xmlns:a="http://schemas.openxmlformats.org/drawingml/2006/main">
              <a:ext uri="{FF2B5EF4-FFF2-40B4-BE49-F238E27FC236}">
                <a16:creationId xmlns:a16="http://schemas.microsoft.com/office/drawing/2014/main" id="{F1A978AB-51C9-429C-B952-6FB11934E3D8}"/>
              </a:ext>
            </a:extLst>
          </p:cNvPr>
          <p:cNvSpPr>
            <a:spLocks xmlns:a="http://schemas.openxmlformats.org/drawingml/2006/main" noGrp="1"/>
          </p:cNvSpPr>
          <p:nvPr/>
        </p:nvSpPr>
        <p:spPr>
          <a:xfrm xmlns:a="http://schemas.openxmlformats.org/drawingml/2006/main">
            <a:off x="3683000" y="3457575"/>
            <a:ext cx="47625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43" name="node-146">
            <a:extLst xmlns:a="http://schemas.openxmlformats.org/drawingml/2006/main">
              <a:ext uri="{FF2B5EF4-FFF2-40B4-BE49-F238E27FC236}">
                <a16:creationId xmlns:a16="http://schemas.microsoft.com/office/drawing/2014/main" id="{1A939B2A-ABF1-422F-8CAB-D32F2C2D09DD}"/>
              </a:ext>
            </a:extLst>
          </p:cNvPr>
          <p:cNvSpPr>
            <a:spLocks xmlns:a="http://schemas.openxmlformats.org/drawingml/2006/main" noGrp="1"/>
          </p:cNvSpPr>
          <p:nvPr/>
        </p:nvSpPr>
        <p:spPr>
          <a:xfrm xmlns:a="http://schemas.openxmlformats.org/drawingml/2006/main">
            <a:off x="6353175" y="3457575"/>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44" name="hito-2">
            <a:extLst xmlns:a="http://schemas.openxmlformats.org/drawingml/2006/main">
              <a:ext uri="{FF2B5EF4-FFF2-40B4-BE49-F238E27FC236}">
                <a16:creationId xmlns:a16="http://schemas.microsoft.com/office/drawing/2014/main" id="{8786FE46-C8F6-4231-B526-08A0553C3E53}"/>
              </a:ext>
            </a:extLst>
          </p:cNvPr>
          <p:cNvSpPr>
            <a:spLocks xmlns:a="http://schemas.openxmlformats.org/drawingml/2006/main" noGrp="1"/>
          </p:cNvSpPr>
          <p:nvPr/>
        </p:nvSpPr>
        <p:spPr>
          <a:xfrm xmlns:a="http://schemas.openxmlformats.org/drawingml/2006/main">
            <a:off x="6505575" y="337185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26/10</a:t>
            </a:r>
          </a:p>
        </p:txBody>
      </p:sp>
      <p:sp>
        <p:nvSpPr>
          <p:cNvPr id="45" name="actividad-3">
            <a:extLst xmlns:a="http://schemas.openxmlformats.org/drawingml/2006/main">
              <a:ext uri="{FF2B5EF4-FFF2-40B4-BE49-F238E27FC236}">
                <a16:creationId xmlns:a16="http://schemas.microsoft.com/office/drawing/2014/main" id="{1367C60A-A80F-4C56-A5D8-CE2C0D1F9BEF}"/>
              </a:ext>
            </a:extLst>
          </p:cNvPr>
          <p:cNvSpPr>
            <a:spLocks xmlns:a="http://schemas.openxmlformats.org/drawingml/2006/main" noGrp="1"/>
          </p:cNvSpPr>
          <p:nvPr/>
        </p:nvSpPr>
        <p:spPr>
          <a:xfrm xmlns:a="http://schemas.openxmlformats.org/drawingml/2006/main">
            <a:off x="838200" y="3676650"/>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Motor y catálogo</a:t>
            </a:r>
          </a:p>
        </p:txBody>
      </p:sp>
      <p:sp>
        <p:nvSpPr>
          <p:cNvPr id="46" name="track-3">
            <a:extLst xmlns:a="http://schemas.openxmlformats.org/drawingml/2006/main">
              <a:ext uri="{FF2B5EF4-FFF2-40B4-BE49-F238E27FC236}">
                <a16:creationId xmlns:a16="http://schemas.microsoft.com/office/drawing/2014/main" id="{74928B5E-383A-47E4-8E45-7BD11F2EAC40}"/>
              </a:ext>
            </a:extLst>
          </p:cNvPr>
          <p:cNvSpPr>
            <a:spLocks xmlns:a="http://schemas.openxmlformats.org/drawingml/2006/main" noGrp="1"/>
          </p:cNvSpPr>
          <p:nvPr/>
        </p:nvSpPr>
        <p:spPr>
          <a:xfrm xmlns:a="http://schemas.openxmlformats.org/drawingml/2006/main">
            <a:off x="3048000" y="3762375"/>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47" name="plan-3">
            <a:extLst xmlns:a="http://schemas.openxmlformats.org/drawingml/2006/main">
              <a:ext uri="{FF2B5EF4-FFF2-40B4-BE49-F238E27FC236}">
                <a16:creationId xmlns:a16="http://schemas.microsoft.com/office/drawing/2014/main" id="{F3F875DC-DEC2-416B-BBC9-B4B07AD182C7}"/>
              </a:ext>
            </a:extLst>
          </p:cNvPr>
          <p:cNvSpPr>
            <a:spLocks xmlns:a="http://schemas.openxmlformats.org/drawingml/2006/main" noGrp="1"/>
          </p:cNvSpPr>
          <p:nvPr/>
        </p:nvSpPr>
        <p:spPr>
          <a:xfrm xmlns:a="http://schemas.openxmlformats.org/drawingml/2006/main">
            <a:off x="3841750" y="3752850"/>
            <a:ext cx="79375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48" name="node-147">
            <a:extLst xmlns:a="http://schemas.openxmlformats.org/drawingml/2006/main">
              <a:ext uri="{FF2B5EF4-FFF2-40B4-BE49-F238E27FC236}">
                <a16:creationId xmlns:a16="http://schemas.microsoft.com/office/drawing/2014/main" id="{910E2CA0-1E65-481A-8945-19D9DA411208}"/>
              </a:ext>
            </a:extLst>
          </p:cNvPr>
          <p:cNvSpPr>
            <a:spLocks xmlns:a="http://schemas.openxmlformats.org/drawingml/2006/main" noGrp="1"/>
          </p:cNvSpPr>
          <p:nvPr/>
        </p:nvSpPr>
        <p:spPr>
          <a:xfrm xmlns:a="http://schemas.openxmlformats.org/drawingml/2006/main">
            <a:off x="6353175" y="3752850"/>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49" name="hito-3">
            <a:extLst xmlns:a="http://schemas.openxmlformats.org/drawingml/2006/main">
              <a:ext uri="{FF2B5EF4-FFF2-40B4-BE49-F238E27FC236}">
                <a16:creationId xmlns:a16="http://schemas.microsoft.com/office/drawing/2014/main" id="{81633FF0-8FEA-4744-87B6-14F5409004F4}"/>
              </a:ext>
            </a:extLst>
          </p:cNvPr>
          <p:cNvSpPr>
            <a:spLocks xmlns:a="http://schemas.openxmlformats.org/drawingml/2006/main" noGrp="1"/>
          </p:cNvSpPr>
          <p:nvPr/>
        </p:nvSpPr>
        <p:spPr>
          <a:xfrm xmlns:a="http://schemas.openxmlformats.org/drawingml/2006/main">
            <a:off x="6505575" y="366712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26/10</a:t>
            </a:r>
          </a:p>
        </p:txBody>
      </p:sp>
      <p:sp>
        <p:nvSpPr>
          <p:cNvPr id="50" name="actividad-4">
            <a:extLst xmlns:a="http://schemas.openxmlformats.org/drawingml/2006/main">
              <a:ext uri="{FF2B5EF4-FFF2-40B4-BE49-F238E27FC236}">
                <a16:creationId xmlns:a16="http://schemas.microsoft.com/office/drawing/2014/main" id="{AD236C26-7EAB-4675-ADCC-5788F7A14B31}"/>
              </a:ext>
            </a:extLst>
          </p:cNvPr>
          <p:cNvSpPr>
            <a:spLocks xmlns:a="http://schemas.openxmlformats.org/drawingml/2006/main" noGrp="1"/>
          </p:cNvSpPr>
          <p:nvPr/>
        </p:nvSpPr>
        <p:spPr>
          <a:xfrm xmlns:a="http://schemas.openxmlformats.org/drawingml/2006/main">
            <a:off x="838200" y="3971925"/>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API y resultados</a:t>
            </a:r>
          </a:p>
        </p:txBody>
      </p:sp>
      <p:sp>
        <p:nvSpPr>
          <p:cNvPr id="51" name="track-4">
            <a:extLst xmlns:a="http://schemas.openxmlformats.org/drawingml/2006/main">
              <a:ext uri="{FF2B5EF4-FFF2-40B4-BE49-F238E27FC236}">
                <a16:creationId xmlns:a16="http://schemas.microsoft.com/office/drawing/2014/main" id="{FB317F34-D29F-4E8C-BEBF-E50548997DC9}"/>
              </a:ext>
            </a:extLst>
          </p:cNvPr>
          <p:cNvSpPr>
            <a:spLocks xmlns:a="http://schemas.openxmlformats.org/drawingml/2006/main" noGrp="1"/>
          </p:cNvSpPr>
          <p:nvPr/>
        </p:nvSpPr>
        <p:spPr>
          <a:xfrm xmlns:a="http://schemas.openxmlformats.org/drawingml/2006/main">
            <a:off x="3048000" y="4057650"/>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52" name="plan-4">
            <a:extLst xmlns:a="http://schemas.openxmlformats.org/drawingml/2006/main">
              <a:ext uri="{FF2B5EF4-FFF2-40B4-BE49-F238E27FC236}">
                <a16:creationId xmlns:a16="http://schemas.microsoft.com/office/drawing/2014/main" id="{05671498-4559-401B-B286-FC12B9DB39BE}"/>
              </a:ext>
            </a:extLst>
          </p:cNvPr>
          <p:cNvSpPr>
            <a:spLocks xmlns:a="http://schemas.openxmlformats.org/drawingml/2006/main" noGrp="1"/>
          </p:cNvSpPr>
          <p:nvPr/>
        </p:nvSpPr>
        <p:spPr>
          <a:xfrm xmlns:a="http://schemas.openxmlformats.org/drawingml/2006/main">
            <a:off x="4318000" y="4048125"/>
            <a:ext cx="63500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53" name="node-148">
            <a:extLst xmlns:a="http://schemas.openxmlformats.org/drawingml/2006/main">
              <a:ext uri="{FF2B5EF4-FFF2-40B4-BE49-F238E27FC236}">
                <a16:creationId xmlns:a16="http://schemas.microsoft.com/office/drawing/2014/main" id="{8988CEC5-FD47-47E6-BF8B-FC09A58FE2F8}"/>
              </a:ext>
            </a:extLst>
          </p:cNvPr>
          <p:cNvSpPr>
            <a:spLocks xmlns:a="http://schemas.openxmlformats.org/drawingml/2006/main" noGrp="1"/>
          </p:cNvSpPr>
          <p:nvPr/>
        </p:nvSpPr>
        <p:spPr>
          <a:xfrm xmlns:a="http://schemas.openxmlformats.org/drawingml/2006/main">
            <a:off x="6353175" y="4048125"/>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4" name="hito-4">
            <a:extLst xmlns:a="http://schemas.openxmlformats.org/drawingml/2006/main">
              <a:ext uri="{FF2B5EF4-FFF2-40B4-BE49-F238E27FC236}">
                <a16:creationId xmlns:a16="http://schemas.microsoft.com/office/drawing/2014/main" id="{4DF7915C-DEE8-4EA3-A967-AF77BF180FEB}"/>
              </a:ext>
            </a:extLst>
          </p:cNvPr>
          <p:cNvSpPr>
            <a:spLocks xmlns:a="http://schemas.openxmlformats.org/drawingml/2006/main" noGrp="1"/>
          </p:cNvSpPr>
          <p:nvPr/>
        </p:nvSpPr>
        <p:spPr>
          <a:xfrm xmlns:a="http://schemas.openxmlformats.org/drawingml/2006/main">
            <a:off x="6505575" y="39624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≤12/10</a:t>
            </a:r>
          </a:p>
        </p:txBody>
      </p:sp>
      <p:sp>
        <p:nvSpPr>
          <p:cNvPr id="55" name="actividad-5">
            <a:extLst xmlns:a="http://schemas.openxmlformats.org/drawingml/2006/main">
              <a:ext uri="{FF2B5EF4-FFF2-40B4-BE49-F238E27FC236}">
                <a16:creationId xmlns:a16="http://schemas.microsoft.com/office/drawing/2014/main" id="{8A39B4A1-9933-4713-BC14-7C500300E76B}"/>
              </a:ext>
            </a:extLst>
          </p:cNvPr>
          <p:cNvSpPr>
            <a:spLocks xmlns:a="http://schemas.openxmlformats.org/drawingml/2006/main" noGrp="1"/>
          </p:cNvSpPr>
          <p:nvPr/>
        </p:nvSpPr>
        <p:spPr>
          <a:xfrm xmlns:a="http://schemas.openxmlformats.org/drawingml/2006/main">
            <a:off x="838200" y="4267200"/>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Interfaz / salidas</a:t>
            </a:r>
          </a:p>
        </p:txBody>
      </p:sp>
      <p:sp>
        <p:nvSpPr>
          <p:cNvPr id="56" name="track-5">
            <a:extLst xmlns:a="http://schemas.openxmlformats.org/drawingml/2006/main">
              <a:ext uri="{FF2B5EF4-FFF2-40B4-BE49-F238E27FC236}">
                <a16:creationId xmlns:a16="http://schemas.microsoft.com/office/drawing/2014/main" id="{580CC05A-06FA-4636-A236-2C3A8F0FCD34}"/>
              </a:ext>
            </a:extLst>
          </p:cNvPr>
          <p:cNvSpPr>
            <a:spLocks xmlns:a="http://schemas.openxmlformats.org/drawingml/2006/main" noGrp="1"/>
          </p:cNvSpPr>
          <p:nvPr/>
        </p:nvSpPr>
        <p:spPr>
          <a:xfrm xmlns:a="http://schemas.openxmlformats.org/drawingml/2006/main">
            <a:off x="3048000" y="4352925"/>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57" name="plan-5">
            <a:extLst xmlns:a="http://schemas.openxmlformats.org/drawingml/2006/main">
              <a:ext uri="{FF2B5EF4-FFF2-40B4-BE49-F238E27FC236}">
                <a16:creationId xmlns:a16="http://schemas.microsoft.com/office/drawing/2014/main" id="{7642A439-CB74-4AF6-AF83-7E52C1DD3B34}"/>
              </a:ext>
            </a:extLst>
          </p:cNvPr>
          <p:cNvSpPr>
            <a:spLocks xmlns:a="http://schemas.openxmlformats.org/drawingml/2006/main" noGrp="1"/>
          </p:cNvSpPr>
          <p:nvPr/>
        </p:nvSpPr>
        <p:spPr>
          <a:xfrm xmlns:a="http://schemas.openxmlformats.org/drawingml/2006/main">
            <a:off x="4476750" y="4343400"/>
            <a:ext cx="63500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58" name="node-149">
            <a:extLst xmlns:a="http://schemas.openxmlformats.org/drawingml/2006/main">
              <a:ext uri="{FF2B5EF4-FFF2-40B4-BE49-F238E27FC236}">
                <a16:creationId xmlns:a16="http://schemas.microsoft.com/office/drawing/2014/main" id="{998C55E3-7D9D-4A52-A6BB-EC76EBE3FF14}"/>
              </a:ext>
            </a:extLst>
          </p:cNvPr>
          <p:cNvSpPr>
            <a:spLocks xmlns:a="http://schemas.openxmlformats.org/drawingml/2006/main" noGrp="1"/>
          </p:cNvSpPr>
          <p:nvPr/>
        </p:nvSpPr>
        <p:spPr>
          <a:xfrm xmlns:a="http://schemas.openxmlformats.org/drawingml/2006/main">
            <a:off x="6353175" y="4343400"/>
            <a:ext cx="57150" cy="5715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9" name="hito-5">
            <a:extLst xmlns:a="http://schemas.openxmlformats.org/drawingml/2006/main">
              <a:ext uri="{FF2B5EF4-FFF2-40B4-BE49-F238E27FC236}">
                <a16:creationId xmlns:a16="http://schemas.microsoft.com/office/drawing/2014/main" id="{606602A4-0E8B-4416-9EE2-D7242B86BD84}"/>
              </a:ext>
            </a:extLst>
          </p:cNvPr>
          <p:cNvSpPr>
            <a:spLocks xmlns:a="http://schemas.openxmlformats.org/drawingml/2006/main" noGrp="1"/>
          </p:cNvSpPr>
          <p:nvPr/>
        </p:nvSpPr>
        <p:spPr>
          <a:xfrm xmlns:a="http://schemas.openxmlformats.org/drawingml/2006/main">
            <a:off x="6505575" y="4257675"/>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26/10</a:t>
            </a:r>
          </a:p>
        </p:txBody>
      </p:sp>
      <p:sp>
        <p:nvSpPr>
          <p:cNvPr id="60" name="actividad-6">
            <a:extLst xmlns:a="http://schemas.openxmlformats.org/drawingml/2006/main">
              <a:ext uri="{FF2B5EF4-FFF2-40B4-BE49-F238E27FC236}">
                <a16:creationId xmlns:a16="http://schemas.microsoft.com/office/drawing/2014/main" id="{84C29E52-822F-4074-9BDC-9D54E09257C2}"/>
              </a:ext>
            </a:extLst>
          </p:cNvPr>
          <p:cNvSpPr>
            <a:spLocks xmlns:a="http://schemas.openxmlformats.org/drawingml/2006/main" noGrp="1"/>
          </p:cNvSpPr>
          <p:nvPr/>
        </p:nvSpPr>
        <p:spPr>
          <a:xfrm xmlns:a="http://schemas.openxmlformats.org/drawingml/2006/main">
            <a:off x="838200" y="4562475"/>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Validación</a:t>
            </a:r>
          </a:p>
        </p:txBody>
      </p:sp>
      <p:sp>
        <p:nvSpPr>
          <p:cNvPr id="61" name="track-6">
            <a:extLst xmlns:a="http://schemas.openxmlformats.org/drawingml/2006/main">
              <a:ext uri="{FF2B5EF4-FFF2-40B4-BE49-F238E27FC236}">
                <a16:creationId xmlns:a16="http://schemas.microsoft.com/office/drawing/2014/main" id="{3DE8AF66-9738-4934-BDB9-AF6F814E5BA9}"/>
              </a:ext>
            </a:extLst>
          </p:cNvPr>
          <p:cNvSpPr>
            <a:spLocks xmlns:a="http://schemas.openxmlformats.org/drawingml/2006/main" noGrp="1"/>
          </p:cNvSpPr>
          <p:nvPr/>
        </p:nvSpPr>
        <p:spPr>
          <a:xfrm xmlns:a="http://schemas.openxmlformats.org/drawingml/2006/main">
            <a:off x="3048000" y="4648200"/>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62" name="plan-6">
            <a:extLst xmlns:a="http://schemas.openxmlformats.org/drawingml/2006/main">
              <a:ext uri="{FF2B5EF4-FFF2-40B4-BE49-F238E27FC236}">
                <a16:creationId xmlns:a16="http://schemas.microsoft.com/office/drawing/2014/main" id="{6BD1C9C5-6357-4829-965F-8C0973F5B65A}"/>
              </a:ext>
            </a:extLst>
          </p:cNvPr>
          <p:cNvSpPr>
            <a:spLocks xmlns:a="http://schemas.openxmlformats.org/drawingml/2006/main" noGrp="1"/>
          </p:cNvSpPr>
          <p:nvPr/>
        </p:nvSpPr>
        <p:spPr>
          <a:xfrm xmlns:a="http://schemas.openxmlformats.org/drawingml/2006/main">
            <a:off x="4635500" y="4638675"/>
            <a:ext cx="79375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63" name="hito-6-bg">
            <a:extLst xmlns:a="http://schemas.openxmlformats.org/drawingml/2006/main">
              <a:ext uri="{FF2B5EF4-FFF2-40B4-BE49-F238E27FC236}">
                <a16:creationId xmlns:a16="http://schemas.microsoft.com/office/drawing/2014/main" id="{E0DDD6D1-870D-4DBB-A394-3188B17CA2AB}"/>
              </a:ext>
            </a:extLst>
          </p:cNvPr>
          <p:cNvSpPr>
            <a:spLocks xmlns:a="http://schemas.openxmlformats.org/drawingml/2006/main" noGrp="1"/>
          </p:cNvSpPr>
          <p:nvPr/>
        </p:nvSpPr>
        <p:spPr>
          <a:xfrm xmlns:a="http://schemas.openxmlformats.org/drawingml/2006/main">
            <a:off x="6334125" y="4572000"/>
            <a:ext cx="1181100" cy="238125"/>
          </a:xfrm>
          <a:prstGeom xmlns:a="http://schemas.openxmlformats.org/drawingml/2006/main" prst="roundRect">
            <a:avLst>
              <a:gd name="adj" fmla="val 16000"/>
            </a:avLst>
          </a:prstGeom>
          <a:solidFill xmlns:a="http://schemas.openxmlformats.org/drawingml/2006/main">
            <a:srgbClr val="172943"/>
          </a:solidFill>
          <a:ln xmlns:a="http://schemas.openxmlformats.org/drawingml/2006/main" w="0">
            <a:noFill/>
          </a:ln>
        </p:spPr>
      </p:sp>
      <p:sp>
        <p:nvSpPr>
          <p:cNvPr id="64" name="hito-6">
            <a:extLst xmlns:a="http://schemas.openxmlformats.org/drawingml/2006/main">
              <a:ext uri="{FF2B5EF4-FFF2-40B4-BE49-F238E27FC236}">
                <a16:creationId xmlns:a16="http://schemas.microsoft.com/office/drawing/2014/main" id="{5F92EBA7-0783-488E-8C67-9136907D59F4}"/>
              </a:ext>
            </a:extLst>
          </p:cNvPr>
          <p:cNvSpPr>
            <a:spLocks xmlns:a="http://schemas.openxmlformats.org/drawingml/2006/main" noGrp="1"/>
          </p:cNvSpPr>
          <p:nvPr/>
        </p:nvSpPr>
        <p:spPr>
          <a:xfrm xmlns:a="http://schemas.openxmlformats.org/drawingml/2006/main">
            <a:off x="6400800" y="4610100"/>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1">
                <a:solidFill>
                  <a:srgbClr val="5A9CF2"/>
                </a:solidFill>
              </a:defRPr>
            </a:defPPr>
            <a:lvl1pPr algn="ctr">
              <a:defRPr sz="1275" b="1">
                <a:solidFill>
                  <a:srgbClr val="5A9CF2"/>
                </a:solidFill>
              </a:defRPr>
            </a:lvl1pPr>
            <a:lvl2pPr algn="ctr">
              <a:defRPr sz="1275" b="1">
                <a:solidFill>
                  <a:srgbClr val="5A9CF2"/>
                </a:solidFill>
              </a:defRPr>
            </a:lvl2pPr>
            <a:lvl3pPr algn="ctr">
              <a:defRPr sz="1275" b="1">
                <a:solidFill>
                  <a:srgbClr val="5A9CF2"/>
                </a:solidFill>
              </a:defRPr>
            </a:lvl3pPr>
            <a:lvl4pPr algn="ctr">
              <a:defRPr sz="1275" b="1">
                <a:solidFill>
                  <a:srgbClr val="5A9CF2"/>
                </a:solidFill>
              </a:defRPr>
            </a:lvl4pPr>
            <a:lvl5pPr algn="ctr">
              <a:defRPr sz="1275" b="1">
                <a:solidFill>
                  <a:srgbClr val="5A9CF2"/>
                </a:solidFill>
              </a:defRPr>
            </a:lvl5pPr>
            <a:lvl6pPr algn="ctr">
              <a:defRPr sz="1275" b="1">
                <a:solidFill>
                  <a:srgbClr val="5A9CF2"/>
                </a:solidFill>
              </a:defRPr>
            </a:lvl6pPr>
            <a:lvl7pPr algn="ctr">
              <a:defRPr sz="1275" b="1">
                <a:solidFill>
                  <a:srgbClr val="5A9CF2"/>
                </a:solidFill>
              </a:defRPr>
            </a:lvl7pPr>
            <a:lvl8pPr algn="ctr">
              <a:defRPr sz="1275" b="1">
                <a:solidFill>
                  <a:srgbClr val="5A9CF2"/>
                </a:solidFill>
              </a:defRPr>
            </a:lvl8pPr>
            <a:lvl9pPr algn="ctr">
              <a:defRPr sz="1275" b="1">
                <a:solidFill>
                  <a:srgbClr val="5A9CF2"/>
                </a:solidFill>
              </a:defRPr>
            </a:lvl9pPr>
          </a:lstStyle>
          <a:p xmlns:a="http://schemas.openxmlformats.org/drawingml/2006/main">
            <a:pPr algn="ctr">
              <a:defRPr sz="1275" b="1">
                <a:solidFill>
                  <a:srgbClr val="5A9CF2"/>
                </a:solidFill>
              </a:defRPr>
            </a:pPr>
            <a:r>
              <a:rPr sz="1275" b="1">
                <a:solidFill>
                  <a:srgbClr val="5A9CF2"/>
                </a:solidFill>
              </a:rPr>
              <a:t>En curso</a:t>
            </a:r>
          </a:p>
        </p:txBody>
      </p:sp>
      <p:sp>
        <p:nvSpPr>
          <p:cNvPr id="65" name="actividad-7">
            <a:extLst xmlns:a="http://schemas.openxmlformats.org/drawingml/2006/main">
              <a:ext uri="{FF2B5EF4-FFF2-40B4-BE49-F238E27FC236}">
                <a16:creationId xmlns:a16="http://schemas.microsoft.com/office/drawing/2014/main" id="{BA89FE8A-5AB5-4798-8B27-3E11A4745D97}"/>
              </a:ext>
            </a:extLst>
          </p:cNvPr>
          <p:cNvSpPr>
            <a:spLocks xmlns:a="http://schemas.openxmlformats.org/drawingml/2006/main" noGrp="1"/>
          </p:cNvSpPr>
          <p:nvPr/>
        </p:nvSpPr>
        <p:spPr>
          <a:xfrm xmlns:a="http://schemas.openxmlformats.org/drawingml/2006/main">
            <a:off x="838200" y="4857750"/>
            <a:ext cx="2076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Cierre documental</a:t>
            </a:r>
          </a:p>
        </p:txBody>
      </p:sp>
      <p:sp>
        <p:nvSpPr>
          <p:cNvPr id="66" name="track-7">
            <a:extLst xmlns:a="http://schemas.openxmlformats.org/drawingml/2006/main">
              <a:ext uri="{FF2B5EF4-FFF2-40B4-BE49-F238E27FC236}">
                <a16:creationId xmlns:a16="http://schemas.microsoft.com/office/drawing/2014/main" id="{C9A233C6-AED0-413B-BEDD-AC47A8CB5D16}"/>
              </a:ext>
            </a:extLst>
          </p:cNvPr>
          <p:cNvSpPr>
            <a:spLocks xmlns:a="http://schemas.openxmlformats.org/drawingml/2006/main" noGrp="1"/>
          </p:cNvSpPr>
          <p:nvPr/>
        </p:nvSpPr>
        <p:spPr>
          <a:xfrm xmlns:a="http://schemas.openxmlformats.org/drawingml/2006/main">
            <a:off x="3048000" y="4943475"/>
            <a:ext cx="2857500" cy="7620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67" name="plan-7">
            <a:extLst xmlns:a="http://schemas.openxmlformats.org/drawingml/2006/main">
              <a:ext uri="{FF2B5EF4-FFF2-40B4-BE49-F238E27FC236}">
                <a16:creationId xmlns:a16="http://schemas.microsoft.com/office/drawing/2014/main" id="{87CDA64D-947A-44A3-B2CF-225DC86C3A0F}"/>
              </a:ext>
            </a:extLst>
          </p:cNvPr>
          <p:cNvSpPr>
            <a:spLocks xmlns:a="http://schemas.openxmlformats.org/drawingml/2006/main" noGrp="1"/>
          </p:cNvSpPr>
          <p:nvPr/>
        </p:nvSpPr>
        <p:spPr>
          <a:xfrm xmlns:a="http://schemas.openxmlformats.org/drawingml/2006/main">
            <a:off x="5111750" y="4933950"/>
            <a:ext cx="793750" cy="95250"/>
          </a:xfrm>
          <a:prstGeom xmlns:a="http://schemas.openxmlformats.org/drawingml/2006/main" prst="roundRect">
            <a:avLst>
              <a:gd name="adj" fmla="val 40000"/>
            </a:avLst>
          </a:prstGeom>
          <a:solidFill xmlns:a="http://schemas.openxmlformats.org/drawingml/2006/main">
            <a:srgbClr val="5A9CF2"/>
          </a:solidFill>
          <a:ln xmlns:a="http://schemas.openxmlformats.org/drawingml/2006/main" w="0">
            <a:noFill/>
          </a:ln>
        </p:spPr>
      </p:sp>
      <p:sp>
        <p:nvSpPr>
          <p:cNvPr id="68" name="hito-7-bg">
            <a:extLst xmlns:a="http://schemas.openxmlformats.org/drawingml/2006/main">
              <a:ext uri="{FF2B5EF4-FFF2-40B4-BE49-F238E27FC236}">
                <a16:creationId xmlns:a16="http://schemas.microsoft.com/office/drawing/2014/main" id="{430C4804-68D7-432D-894D-1E578C55106E}"/>
              </a:ext>
            </a:extLst>
          </p:cNvPr>
          <p:cNvSpPr>
            <a:spLocks xmlns:a="http://schemas.openxmlformats.org/drawingml/2006/main" noGrp="1"/>
          </p:cNvSpPr>
          <p:nvPr/>
        </p:nvSpPr>
        <p:spPr>
          <a:xfrm xmlns:a="http://schemas.openxmlformats.org/drawingml/2006/main">
            <a:off x="6334125" y="4867275"/>
            <a:ext cx="1181100" cy="238125"/>
          </a:xfrm>
          <a:prstGeom xmlns:a="http://schemas.openxmlformats.org/drawingml/2006/main" prst="roundRect">
            <a:avLst>
              <a:gd name="adj" fmla="val 16000"/>
            </a:avLst>
          </a:prstGeom>
          <a:solidFill xmlns:a="http://schemas.openxmlformats.org/drawingml/2006/main">
            <a:srgbClr val="172943"/>
          </a:solidFill>
          <a:ln xmlns:a="http://schemas.openxmlformats.org/drawingml/2006/main" w="0">
            <a:noFill/>
          </a:ln>
        </p:spPr>
      </p:sp>
      <p:sp>
        <p:nvSpPr>
          <p:cNvPr id="69" name="hito-7">
            <a:extLst xmlns:a="http://schemas.openxmlformats.org/drawingml/2006/main">
              <a:ext uri="{FF2B5EF4-FFF2-40B4-BE49-F238E27FC236}">
                <a16:creationId xmlns:a16="http://schemas.microsoft.com/office/drawing/2014/main" id="{51ED53DA-F7B0-487C-97F7-23A52632D8E4}"/>
              </a:ext>
            </a:extLst>
          </p:cNvPr>
          <p:cNvSpPr>
            <a:spLocks xmlns:a="http://schemas.openxmlformats.org/drawingml/2006/main" noGrp="1"/>
          </p:cNvSpPr>
          <p:nvPr/>
        </p:nvSpPr>
        <p:spPr>
          <a:xfrm xmlns:a="http://schemas.openxmlformats.org/drawingml/2006/main">
            <a:off x="6400800" y="4905375"/>
            <a:ext cx="1047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1">
                <a:solidFill>
                  <a:srgbClr val="5A9CF2"/>
                </a:solidFill>
              </a:defRPr>
            </a:defPPr>
            <a:lvl1pPr algn="ctr">
              <a:defRPr sz="1275" b="1">
                <a:solidFill>
                  <a:srgbClr val="5A9CF2"/>
                </a:solidFill>
              </a:defRPr>
            </a:lvl1pPr>
            <a:lvl2pPr algn="ctr">
              <a:defRPr sz="1275" b="1">
                <a:solidFill>
                  <a:srgbClr val="5A9CF2"/>
                </a:solidFill>
              </a:defRPr>
            </a:lvl2pPr>
            <a:lvl3pPr algn="ctr">
              <a:defRPr sz="1275" b="1">
                <a:solidFill>
                  <a:srgbClr val="5A9CF2"/>
                </a:solidFill>
              </a:defRPr>
            </a:lvl3pPr>
            <a:lvl4pPr algn="ctr">
              <a:defRPr sz="1275" b="1">
                <a:solidFill>
                  <a:srgbClr val="5A9CF2"/>
                </a:solidFill>
              </a:defRPr>
            </a:lvl4pPr>
            <a:lvl5pPr algn="ctr">
              <a:defRPr sz="1275" b="1">
                <a:solidFill>
                  <a:srgbClr val="5A9CF2"/>
                </a:solidFill>
              </a:defRPr>
            </a:lvl5pPr>
            <a:lvl6pPr algn="ctr">
              <a:defRPr sz="1275" b="1">
                <a:solidFill>
                  <a:srgbClr val="5A9CF2"/>
                </a:solidFill>
              </a:defRPr>
            </a:lvl6pPr>
            <a:lvl7pPr algn="ctr">
              <a:defRPr sz="1275" b="1">
                <a:solidFill>
                  <a:srgbClr val="5A9CF2"/>
                </a:solidFill>
              </a:defRPr>
            </a:lvl7pPr>
            <a:lvl8pPr algn="ctr">
              <a:defRPr sz="1275" b="1">
                <a:solidFill>
                  <a:srgbClr val="5A9CF2"/>
                </a:solidFill>
              </a:defRPr>
            </a:lvl8pPr>
            <a:lvl9pPr algn="ctr">
              <a:defRPr sz="1275" b="1">
                <a:solidFill>
                  <a:srgbClr val="5A9CF2"/>
                </a:solidFill>
              </a:defRPr>
            </a:lvl9pPr>
          </a:lstStyle>
          <a:p xmlns:a="http://schemas.openxmlformats.org/drawingml/2006/main">
            <a:pPr algn="ctr">
              <a:defRPr sz="1275" b="1">
                <a:solidFill>
                  <a:srgbClr val="5A9CF2"/>
                </a:solidFill>
              </a:defRPr>
            </a:pPr>
            <a:r>
              <a:rPr sz="1275" b="1">
                <a:solidFill>
                  <a:srgbClr val="5A9CF2"/>
                </a:solidFill>
              </a:rPr>
              <a:t>En curso</a:t>
            </a:r>
          </a:p>
        </p:txBody>
      </p:sp>
      <p:sp>
        <p:nvSpPr>
          <p:cNvPr id="70" name="gantt-limit">
            <a:extLst xmlns:a="http://schemas.openxmlformats.org/drawingml/2006/main">
              <a:ext uri="{FF2B5EF4-FFF2-40B4-BE49-F238E27FC236}">
                <a16:creationId xmlns:a16="http://schemas.microsoft.com/office/drawing/2014/main" id="{A5D5E736-EC9E-49B6-BB58-E5E5A2EAA463}"/>
              </a:ext>
            </a:extLst>
          </p:cNvPr>
          <p:cNvSpPr>
            <a:spLocks xmlns:a="http://schemas.openxmlformats.org/drawingml/2006/main" noGrp="1"/>
          </p:cNvSpPr>
          <p:nvPr/>
        </p:nvSpPr>
        <p:spPr>
          <a:xfrm xmlns:a="http://schemas.openxmlformats.org/drawingml/2006/main">
            <a:off x="838200" y="5257800"/>
            <a:ext cx="687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Hitos de evidencia; las fechas no representan duración real.</a:t>
            </a:r>
          </a:p>
        </p:txBody>
      </p:sp>
      <p:sp>
        <p:nvSpPr>
          <p:cNvPr id="71" name="titulo-medicion">
            <a:extLst xmlns:a="http://schemas.openxmlformats.org/drawingml/2006/main">
              <a:ext uri="{FF2B5EF4-FFF2-40B4-BE49-F238E27FC236}">
                <a16:creationId xmlns:a16="http://schemas.microsoft.com/office/drawing/2014/main" id="{E55D70CD-306D-4E4A-B8DE-91C0233E76F9}"/>
              </a:ext>
            </a:extLst>
          </p:cNvPr>
          <p:cNvSpPr>
            <a:spLocks xmlns:a="http://schemas.openxmlformats.org/drawingml/2006/main" noGrp="1"/>
          </p:cNvSpPr>
          <p:nvPr/>
        </p:nvSpPr>
        <p:spPr>
          <a:xfrm xmlns:a="http://schemas.openxmlformats.org/drawingml/2006/main">
            <a:off x="8401050" y="16764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Cobertura mínima</a:t>
            </a:r>
          </a:p>
          <a:p xmlns:a="http://schemas.openxmlformats.org/drawingml/2006/main">
            <a:pPr algn="l">
              <a:defRPr sz="1800" b="1">
                <a:solidFill>
                  <a:srgbClr val="E8EEF7"/>
                </a:solidFill>
              </a:defRPr>
            </a:pPr>
            <a:r>
              <a:rPr sz="1800" b="1">
                <a:solidFill>
                  <a:srgbClr val="E8EEF7"/>
                </a:solidFill>
              </a:rPr>
              <a:t>verificada por OE</a:t>
            </a:r>
          </a:p>
        </p:txBody>
      </p:sp>
      <p:sp>
        <p:nvSpPr>
          <p:cNvPr id="72" name="clausulas-label">
            <a:extLst xmlns:a="http://schemas.openxmlformats.org/drawingml/2006/main">
              <a:ext uri="{FF2B5EF4-FFF2-40B4-BE49-F238E27FC236}">
                <a16:creationId xmlns:a16="http://schemas.microsoft.com/office/drawing/2014/main" id="{2115CB18-4CAA-48A7-9DF4-817C595E75A8}"/>
              </a:ext>
            </a:extLst>
          </p:cNvPr>
          <p:cNvSpPr>
            <a:spLocks xmlns:a="http://schemas.openxmlformats.org/drawingml/2006/main" noGrp="1"/>
          </p:cNvSpPr>
          <p:nvPr/>
        </p:nvSpPr>
        <p:spPr>
          <a:xfrm xmlns:a="http://schemas.openxmlformats.org/drawingml/2006/main">
            <a:off x="8401050" y="23145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Cláusulas con evidencia</a:t>
            </a:r>
          </a:p>
        </p:txBody>
      </p:sp>
      <p:sp>
        <p:nvSpPr>
          <p:cNvPr id="73" name="oe-label-0">
            <a:extLst xmlns:a="http://schemas.openxmlformats.org/drawingml/2006/main">
              <a:ext uri="{FF2B5EF4-FFF2-40B4-BE49-F238E27FC236}">
                <a16:creationId xmlns:a16="http://schemas.microsoft.com/office/drawing/2014/main" id="{71CF2415-A58C-4BBF-8CA6-26FAB6F8835A}"/>
              </a:ext>
            </a:extLst>
          </p:cNvPr>
          <p:cNvSpPr>
            <a:spLocks xmlns:a="http://schemas.openxmlformats.org/drawingml/2006/main" noGrp="1"/>
          </p:cNvSpPr>
          <p:nvPr/>
        </p:nvSpPr>
        <p:spPr>
          <a:xfrm xmlns:a="http://schemas.openxmlformats.org/drawingml/2006/main">
            <a:off x="8401050" y="26860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E8EEF7"/>
                </a:solidFill>
              </a:defRPr>
            </a:defPPr>
            <a:lvl1pPr algn="l">
              <a:defRPr sz="1350" b="1">
                <a:solidFill>
                  <a:srgbClr val="E8EEF7"/>
                </a:solidFill>
              </a:defRPr>
            </a:lvl1pPr>
            <a:lvl2pPr algn="l">
              <a:defRPr sz="1350" b="1">
                <a:solidFill>
                  <a:srgbClr val="E8EEF7"/>
                </a:solidFill>
              </a:defRPr>
            </a:lvl2pPr>
            <a:lvl3pPr algn="l">
              <a:defRPr sz="1350" b="1">
                <a:solidFill>
                  <a:srgbClr val="E8EEF7"/>
                </a:solidFill>
              </a:defRPr>
            </a:lvl3pPr>
            <a:lvl4pPr algn="l">
              <a:defRPr sz="1350" b="1">
                <a:solidFill>
                  <a:srgbClr val="E8EEF7"/>
                </a:solidFill>
              </a:defRPr>
            </a:lvl4pPr>
            <a:lvl5pPr algn="l">
              <a:defRPr sz="1350" b="1">
                <a:solidFill>
                  <a:srgbClr val="E8EEF7"/>
                </a:solidFill>
              </a:defRPr>
            </a:lvl5pPr>
            <a:lvl6pPr algn="l">
              <a:defRPr sz="1350" b="1">
                <a:solidFill>
                  <a:srgbClr val="E8EEF7"/>
                </a:solidFill>
              </a:defRPr>
            </a:lvl6pPr>
            <a:lvl7pPr algn="l">
              <a:defRPr sz="1350" b="1">
                <a:solidFill>
                  <a:srgbClr val="E8EEF7"/>
                </a:solidFill>
              </a:defRPr>
            </a:lvl7pPr>
            <a:lvl8pPr algn="l">
              <a:defRPr sz="1350" b="1">
                <a:solidFill>
                  <a:srgbClr val="E8EEF7"/>
                </a:solidFill>
              </a:defRPr>
            </a:lvl8pPr>
            <a:lvl9pPr algn="l">
              <a:defRPr sz="1350" b="1">
                <a:solidFill>
                  <a:srgbClr val="E8EEF7"/>
                </a:solidFill>
              </a:defRPr>
            </a:lvl9pPr>
          </a:lstStyle>
          <a:p xmlns:a="http://schemas.openxmlformats.org/drawingml/2006/main">
            <a:pPr algn="l">
              <a:defRPr sz="1350" b="1">
                <a:solidFill>
                  <a:srgbClr val="E8EEF7"/>
                </a:solidFill>
              </a:defRPr>
            </a:pPr>
            <a:r>
              <a:rPr sz="1350" b="1">
                <a:solidFill>
                  <a:srgbClr val="E8EEF7"/>
                </a:solidFill>
              </a:rPr>
              <a:t>OE1</a:t>
            </a:r>
          </a:p>
        </p:txBody>
      </p:sp>
      <p:sp>
        <p:nvSpPr>
          <p:cNvPr id="74" name="oe-ratio-0">
            <a:extLst xmlns:a="http://schemas.openxmlformats.org/drawingml/2006/main">
              <a:ext uri="{FF2B5EF4-FFF2-40B4-BE49-F238E27FC236}">
                <a16:creationId xmlns:a16="http://schemas.microsoft.com/office/drawing/2014/main" id="{A80DBD2C-CD1D-48B2-8A22-76CB7A2FA146}"/>
              </a:ext>
            </a:extLst>
          </p:cNvPr>
          <p:cNvSpPr>
            <a:spLocks xmlns:a="http://schemas.openxmlformats.org/drawingml/2006/main" noGrp="1"/>
          </p:cNvSpPr>
          <p:nvPr/>
        </p:nvSpPr>
        <p:spPr>
          <a:xfrm xmlns:a="http://schemas.openxmlformats.org/drawingml/2006/main">
            <a:off x="9258300" y="269557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4/4</a:t>
            </a:r>
          </a:p>
        </p:txBody>
      </p:sp>
      <p:sp>
        <p:nvSpPr>
          <p:cNvPr id="75" name="oe-percent-0">
            <a:extLst xmlns:a="http://schemas.openxmlformats.org/drawingml/2006/main">
              <a:ext uri="{FF2B5EF4-FFF2-40B4-BE49-F238E27FC236}">
                <a16:creationId xmlns:a16="http://schemas.microsoft.com/office/drawing/2014/main" id="{F5501404-4242-4DF8-A6F5-FD881618B09E}"/>
              </a:ext>
            </a:extLst>
          </p:cNvPr>
          <p:cNvSpPr>
            <a:spLocks xmlns:a="http://schemas.openxmlformats.org/drawingml/2006/main" noGrp="1"/>
          </p:cNvSpPr>
          <p:nvPr/>
        </p:nvSpPr>
        <p:spPr>
          <a:xfrm xmlns:a="http://schemas.openxmlformats.org/drawingml/2006/main">
            <a:off x="10572750" y="2667000"/>
            <a:ext cx="781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75" b="1">
                <a:solidFill>
                  <a:srgbClr val="58C6E4"/>
                </a:solidFill>
              </a:defRPr>
            </a:defPPr>
            <a:lvl1pPr algn="r">
              <a:defRPr sz="1575" b="1">
                <a:solidFill>
                  <a:srgbClr val="58C6E4"/>
                </a:solidFill>
              </a:defRPr>
            </a:lvl1pPr>
            <a:lvl2pPr algn="r">
              <a:defRPr sz="1575" b="1">
                <a:solidFill>
                  <a:srgbClr val="58C6E4"/>
                </a:solidFill>
              </a:defRPr>
            </a:lvl2pPr>
            <a:lvl3pPr algn="r">
              <a:defRPr sz="1575" b="1">
                <a:solidFill>
                  <a:srgbClr val="58C6E4"/>
                </a:solidFill>
              </a:defRPr>
            </a:lvl3pPr>
            <a:lvl4pPr algn="r">
              <a:defRPr sz="1575" b="1">
                <a:solidFill>
                  <a:srgbClr val="58C6E4"/>
                </a:solidFill>
              </a:defRPr>
            </a:lvl4pPr>
            <a:lvl5pPr algn="r">
              <a:defRPr sz="1575" b="1">
                <a:solidFill>
                  <a:srgbClr val="58C6E4"/>
                </a:solidFill>
              </a:defRPr>
            </a:lvl5pPr>
            <a:lvl6pPr algn="r">
              <a:defRPr sz="1575" b="1">
                <a:solidFill>
                  <a:srgbClr val="58C6E4"/>
                </a:solidFill>
              </a:defRPr>
            </a:lvl6pPr>
            <a:lvl7pPr algn="r">
              <a:defRPr sz="1575" b="1">
                <a:solidFill>
                  <a:srgbClr val="58C6E4"/>
                </a:solidFill>
              </a:defRPr>
            </a:lvl7pPr>
            <a:lvl8pPr algn="r">
              <a:defRPr sz="1575" b="1">
                <a:solidFill>
                  <a:srgbClr val="58C6E4"/>
                </a:solidFill>
              </a:defRPr>
            </a:lvl8pPr>
            <a:lvl9pPr algn="r">
              <a:defRPr sz="1575" b="1">
                <a:solidFill>
                  <a:srgbClr val="58C6E4"/>
                </a:solidFill>
              </a:defRPr>
            </a:lvl9pPr>
          </a:lstStyle>
          <a:p xmlns:a="http://schemas.openxmlformats.org/drawingml/2006/main">
            <a:pPr algn="r">
              <a:defRPr sz="1575" b="1">
                <a:solidFill>
                  <a:srgbClr val="58C6E4"/>
                </a:solidFill>
              </a:defRPr>
            </a:pPr>
            <a:r>
              <a:rPr sz="1575" b="1">
                <a:solidFill>
                  <a:srgbClr val="58C6E4"/>
                </a:solidFill>
              </a:rPr>
              <a:t>100%</a:t>
            </a:r>
          </a:p>
        </p:txBody>
      </p:sp>
      <p:sp>
        <p:nvSpPr>
          <p:cNvPr id="76" name="oe-track-0">
            <a:extLst xmlns:a="http://schemas.openxmlformats.org/drawingml/2006/main">
              <a:ext uri="{FF2B5EF4-FFF2-40B4-BE49-F238E27FC236}">
                <a16:creationId xmlns:a16="http://schemas.microsoft.com/office/drawing/2014/main" id="{C44B8C51-FB34-4C56-BD67-9B99792F487F}"/>
              </a:ext>
            </a:extLst>
          </p:cNvPr>
          <p:cNvSpPr>
            <a:spLocks xmlns:a="http://schemas.openxmlformats.org/drawingml/2006/main" noGrp="1"/>
          </p:cNvSpPr>
          <p:nvPr/>
        </p:nvSpPr>
        <p:spPr>
          <a:xfrm xmlns:a="http://schemas.openxmlformats.org/drawingml/2006/main">
            <a:off x="8401050" y="2981325"/>
            <a:ext cx="2952750" cy="5715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77" name="oe-bar-0">
            <a:extLst xmlns:a="http://schemas.openxmlformats.org/drawingml/2006/main">
              <a:ext uri="{FF2B5EF4-FFF2-40B4-BE49-F238E27FC236}">
                <a16:creationId xmlns:a16="http://schemas.microsoft.com/office/drawing/2014/main" id="{A0CA4EEA-7913-463A-87F8-64DFE26D76D7}"/>
              </a:ext>
            </a:extLst>
          </p:cNvPr>
          <p:cNvSpPr>
            <a:spLocks xmlns:a="http://schemas.openxmlformats.org/drawingml/2006/main" noGrp="1"/>
          </p:cNvSpPr>
          <p:nvPr/>
        </p:nvSpPr>
        <p:spPr>
          <a:xfrm xmlns:a="http://schemas.openxmlformats.org/drawingml/2006/main">
            <a:off x="8401050" y="2981325"/>
            <a:ext cx="2952750" cy="57150"/>
          </a:xfrm>
          <a:prstGeom xmlns:a="http://schemas.openxmlformats.org/drawingml/2006/main" prst="roundRect">
            <a:avLst>
              <a:gd name="adj" fmla="val 50000"/>
            </a:avLst>
          </a:prstGeom>
          <a:solidFill xmlns:a="http://schemas.openxmlformats.org/drawingml/2006/main">
            <a:srgbClr val="58C6E4"/>
          </a:solidFill>
          <a:ln xmlns:a="http://schemas.openxmlformats.org/drawingml/2006/main" w="0">
            <a:noFill/>
          </a:ln>
        </p:spPr>
      </p:sp>
      <p:sp>
        <p:nvSpPr>
          <p:cNvPr id="78" name="oe-label-1">
            <a:extLst xmlns:a="http://schemas.openxmlformats.org/drawingml/2006/main">
              <a:ext uri="{FF2B5EF4-FFF2-40B4-BE49-F238E27FC236}">
                <a16:creationId xmlns:a16="http://schemas.microsoft.com/office/drawing/2014/main" id="{BEEFFAA4-D41F-415A-9E6B-C6589459CA19}"/>
              </a:ext>
            </a:extLst>
          </p:cNvPr>
          <p:cNvSpPr>
            <a:spLocks xmlns:a="http://schemas.openxmlformats.org/drawingml/2006/main" noGrp="1"/>
          </p:cNvSpPr>
          <p:nvPr/>
        </p:nvSpPr>
        <p:spPr>
          <a:xfrm xmlns:a="http://schemas.openxmlformats.org/drawingml/2006/main">
            <a:off x="8401050" y="316230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E8EEF7"/>
                </a:solidFill>
              </a:defRPr>
            </a:defPPr>
            <a:lvl1pPr algn="l">
              <a:defRPr sz="1350" b="1">
                <a:solidFill>
                  <a:srgbClr val="E8EEF7"/>
                </a:solidFill>
              </a:defRPr>
            </a:lvl1pPr>
            <a:lvl2pPr algn="l">
              <a:defRPr sz="1350" b="1">
                <a:solidFill>
                  <a:srgbClr val="E8EEF7"/>
                </a:solidFill>
              </a:defRPr>
            </a:lvl2pPr>
            <a:lvl3pPr algn="l">
              <a:defRPr sz="1350" b="1">
                <a:solidFill>
                  <a:srgbClr val="E8EEF7"/>
                </a:solidFill>
              </a:defRPr>
            </a:lvl3pPr>
            <a:lvl4pPr algn="l">
              <a:defRPr sz="1350" b="1">
                <a:solidFill>
                  <a:srgbClr val="E8EEF7"/>
                </a:solidFill>
              </a:defRPr>
            </a:lvl4pPr>
            <a:lvl5pPr algn="l">
              <a:defRPr sz="1350" b="1">
                <a:solidFill>
                  <a:srgbClr val="E8EEF7"/>
                </a:solidFill>
              </a:defRPr>
            </a:lvl5pPr>
            <a:lvl6pPr algn="l">
              <a:defRPr sz="1350" b="1">
                <a:solidFill>
                  <a:srgbClr val="E8EEF7"/>
                </a:solidFill>
              </a:defRPr>
            </a:lvl6pPr>
            <a:lvl7pPr algn="l">
              <a:defRPr sz="1350" b="1">
                <a:solidFill>
                  <a:srgbClr val="E8EEF7"/>
                </a:solidFill>
              </a:defRPr>
            </a:lvl7pPr>
            <a:lvl8pPr algn="l">
              <a:defRPr sz="1350" b="1">
                <a:solidFill>
                  <a:srgbClr val="E8EEF7"/>
                </a:solidFill>
              </a:defRPr>
            </a:lvl8pPr>
            <a:lvl9pPr algn="l">
              <a:defRPr sz="1350" b="1">
                <a:solidFill>
                  <a:srgbClr val="E8EEF7"/>
                </a:solidFill>
              </a:defRPr>
            </a:lvl9pPr>
          </a:lstStyle>
          <a:p xmlns:a="http://schemas.openxmlformats.org/drawingml/2006/main">
            <a:pPr algn="l">
              <a:defRPr sz="1350" b="1">
                <a:solidFill>
                  <a:srgbClr val="E8EEF7"/>
                </a:solidFill>
              </a:defRPr>
            </a:pPr>
            <a:r>
              <a:rPr sz="1350" b="1">
                <a:solidFill>
                  <a:srgbClr val="E8EEF7"/>
                </a:solidFill>
              </a:rPr>
              <a:t>OE2</a:t>
            </a:r>
          </a:p>
        </p:txBody>
      </p:sp>
      <p:sp>
        <p:nvSpPr>
          <p:cNvPr id="79" name="oe-ratio-1">
            <a:extLst xmlns:a="http://schemas.openxmlformats.org/drawingml/2006/main">
              <a:ext uri="{FF2B5EF4-FFF2-40B4-BE49-F238E27FC236}">
                <a16:creationId xmlns:a16="http://schemas.microsoft.com/office/drawing/2014/main" id="{6F2A4796-6384-4C3B-8704-D457390553FA}"/>
              </a:ext>
            </a:extLst>
          </p:cNvPr>
          <p:cNvSpPr>
            <a:spLocks xmlns:a="http://schemas.openxmlformats.org/drawingml/2006/main" noGrp="1"/>
          </p:cNvSpPr>
          <p:nvPr/>
        </p:nvSpPr>
        <p:spPr>
          <a:xfrm xmlns:a="http://schemas.openxmlformats.org/drawingml/2006/main">
            <a:off x="9258300" y="317182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2/2</a:t>
            </a:r>
          </a:p>
        </p:txBody>
      </p:sp>
      <p:sp>
        <p:nvSpPr>
          <p:cNvPr id="80" name="oe-percent-1">
            <a:extLst xmlns:a="http://schemas.openxmlformats.org/drawingml/2006/main">
              <a:ext uri="{FF2B5EF4-FFF2-40B4-BE49-F238E27FC236}">
                <a16:creationId xmlns:a16="http://schemas.microsoft.com/office/drawing/2014/main" id="{9430F47C-D241-4FBF-B0D3-65DD66AA3254}"/>
              </a:ext>
            </a:extLst>
          </p:cNvPr>
          <p:cNvSpPr>
            <a:spLocks xmlns:a="http://schemas.openxmlformats.org/drawingml/2006/main" noGrp="1"/>
          </p:cNvSpPr>
          <p:nvPr/>
        </p:nvSpPr>
        <p:spPr>
          <a:xfrm xmlns:a="http://schemas.openxmlformats.org/drawingml/2006/main">
            <a:off x="10572750" y="3143250"/>
            <a:ext cx="781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75" b="1">
                <a:solidFill>
                  <a:srgbClr val="58C6E4"/>
                </a:solidFill>
              </a:defRPr>
            </a:defPPr>
            <a:lvl1pPr algn="r">
              <a:defRPr sz="1575" b="1">
                <a:solidFill>
                  <a:srgbClr val="58C6E4"/>
                </a:solidFill>
              </a:defRPr>
            </a:lvl1pPr>
            <a:lvl2pPr algn="r">
              <a:defRPr sz="1575" b="1">
                <a:solidFill>
                  <a:srgbClr val="58C6E4"/>
                </a:solidFill>
              </a:defRPr>
            </a:lvl2pPr>
            <a:lvl3pPr algn="r">
              <a:defRPr sz="1575" b="1">
                <a:solidFill>
                  <a:srgbClr val="58C6E4"/>
                </a:solidFill>
              </a:defRPr>
            </a:lvl3pPr>
            <a:lvl4pPr algn="r">
              <a:defRPr sz="1575" b="1">
                <a:solidFill>
                  <a:srgbClr val="58C6E4"/>
                </a:solidFill>
              </a:defRPr>
            </a:lvl4pPr>
            <a:lvl5pPr algn="r">
              <a:defRPr sz="1575" b="1">
                <a:solidFill>
                  <a:srgbClr val="58C6E4"/>
                </a:solidFill>
              </a:defRPr>
            </a:lvl5pPr>
            <a:lvl6pPr algn="r">
              <a:defRPr sz="1575" b="1">
                <a:solidFill>
                  <a:srgbClr val="58C6E4"/>
                </a:solidFill>
              </a:defRPr>
            </a:lvl6pPr>
            <a:lvl7pPr algn="r">
              <a:defRPr sz="1575" b="1">
                <a:solidFill>
                  <a:srgbClr val="58C6E4"/>
                </a:solidFill>
              </a:defRPr>
            </a:lvl7pPr>
            <a:lvl8pPr algn="r">
              <a:defRPr sz="1575" b="1">
                <a:solidFill>
                  <a:srgbClr val="58C6E4"/>
                </a:solidFill>
              </a:defRPr>
            </a:lvl8pPr>
            <a:lvl9pPr algn="r">
              <a:defRPr sz="1575" b="1">
                <a:solidFill>
                  <a:srgbClr val="58C6E4"/>
                </a:solidFill>
              </a:defRPr>
            </a:lvl9pPr>
          </a:lstStyle>
          <a:p xmlns:a="http://schemas.openxmlformats.org/drawingml/2006/main">
            <a:pPr algn="r">
              <a:defRPr sz="1575" b="1">
                <a:solidFill>
                  <a:srgbClr val="58C6E4"/>
                </a:solidFill>
              </a:defRPr>
            </a:pPr>
            <a:r>
              <a:rPr sz="1575" b="1">
                <a:solidFill>
                  <a:srgbClr val="58C6E4"/>
                </a:solidFill>
              </a:rPr>
              <a:t>100%</a:t>
            </a:r>
          </a:p>
        </p:txBody>
      </p:sp>
      <p:sp>
        <p:nvSpPr>
          <p:cNvPr id="81" name="oe-track-1">
            <a:extLst xmlns:a="http://schemas.openxmlformats.org/drawingml/2006/main">
              <a:ext uri="{FF2B5EF4-FFF2-40B4-BE49-F238E27FC236}">
                <a16:creationId xmlns:a16="http://schemas.microsoft.com/office/drawing/2014/main" id="{1F5695CD-6200-462A-AD7E-158C24BA708C}"/>
              </a:ext>
            </a:extLst>
          </p:cNvPr>
          <p:cNvSpPr>
            <a:spLocks xmlns:a="http://schemas.openxmlformats.org/drawingml/2006/main" noGrp="1"/>
          </p:cNvSpPr>
          <p:nvPr/>
        </p:nvSpPr>
        <p:spPr>
          <a:xfrm xmlns:a="http://schemas.openxmlformats.org/drawingml/2006/main">
            <a:off x="8401050" y="3457575"/>
            <a:ext cx="2952750" cy="5715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82" name="oe-bar-1">
            <a:extLst xmlns:a="http://schemas.openxmlformats.org/drawingml/2006/main">
              <a:ext uri="{FF2B5EF4-FFF2-40B4-BE49-F238E27FC236}">
                <a16:creationId xmlns:a16="http://schemas.microsoft.com/office/drawing/2014/main" id="{A5EBDF8F-2CF8-4A1A-8F48-59ECF04C9411}"/>
              </a:ext>
            </a:extLst>
          </p:cNvPr>
          <p:cNvSpPr>
            <a:spLocks xmlns:a="http://schemas.openxmlformats.org/drawingml/2006/main" noGrp="1"/>
          </p:cNvSpPr>
          <p:nvPr/>
        </p:nvSpPr>
        <p:spPr>
          <a:xfrm xmlns:a="http://schemas.openxmlformats.org/drawingml/2006/main">
            <a:off x="8401050" y="3457575"/>
            <a:ext cx="2952750" cy="57150"/>
          </a:xfrm>
          <a:prstGeom xmlns:a="http://schemas.openxmlformats.org/drawingml/2006/main" prst="roundRect">
            <a:avLst>
              <a:gd name="adj" fmla="val 50000"/>
            </a:avLst>
          </a:prstGeom>
          <a:solidFill xmlns:a="http://schemas.openxmlformats.org/drawingml/2006/main">
            <a:srgbClr val="58C6E4"/>
          </a:solidFill>
          <a:ln xmlns:a="http://schemas.openxmlformats.org/drawingml/2006/main" w="0">
            <a:noFill/>
          </a:ln>
        </p:spPr>
      </p:sp>
      <p:sp>
        <p:nvSpPr>
          <p:cNvPr id="83" name="oe-label-2">
            <a:extLst xmlns:a="http://schemas.openxmlformats.org/drawingml/2006/main">
              <a:ext uri="{FF2B5EF4-FFF2-40B4-BE49-F238E27FC236}">
                <a16:creationId xmlns:a16="http://schemas.microsoft.com/office/drawing/2014/main" id="{FE200842-79FA-4BD0-ADD4-D324CB35F015}"/>
              </a:ext>
            </a:extLst>
          </p:cNvPr>
          <p:cNvSpPr>
            <a:spLocks xmlns:a="http://schemas.openxmlformats.org/drawingml/2006/main" noGrp="1"/>
          </p:cNvSpPr>
          <p:nvPr/>
        </p:nvSpPr>
        <p:spPr>
          <a:xfrm xmlns:a="http://schemas.openxmlformats.org/drawingml/2006/main">
            <a:off x="8401050" y="36385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E8EEF7"/>
                </a:solidFill>
              </a:defRPr>
            </a:defPPr>
            <a:lvl1pPr algn="l">
              <a:defRPr sz="1350" b="1">
                <a:solidFill>
                  <a:srgbClr val="E8EEF7"/>
                </a:solidFill>
              </a:defRPr>
            </a:lvl1pPr>
            <a:lvl2pPr algn="l">
              <a:defRPr sz="1350" b="1">
                <a:solidFill>
                  <a:srgbClr val="E8EEF7"/>
                </a:solidFill>
              </a:defRPr>
            </a:lvl2pPr>
            <a:lvl3pPr algn="l">
              <a:defRPr sz="1350" b="1">
                <a:solidFill>
                  <a:srgbClr val="E8EEF7"/>
                </a:solidFill>
              </a:defRPr>
            </a:lvl3pPr>
            <a:lvl4pPr algn="l">
              <a:defRPr sz="1350" b="1">
                <a:solidFill>
                  <a:srgbClr val="E8EEF7"/>
                </a:solidFill>
              </a:defRPr>
            </a:lvl4pPr>
            <a:lvl5pPr algn="l">
              <a:defRPr sz="1350" b="1">
                <a:solidFill>
                  <a:srgbClr val="E8EEF7"/>
                </a:solidFill>
              </a:defRPr>
            </a:lvl5pPr>
            <a:lvl6pPr algn="l">
              <a:defRPr sz="1350" b="1">
                <a:solidFill>
                  <a:srgbClr val="E8EEF7"/>
                </a:solidFill>
              </a:defRPr>
            </a:lvl6pPr>
            <a:lvl7pPr algn="l">
              <a:defRPr sz="1350" b="1">
                <a:solidFill>
                  <a:srgbClr val="E8EEF7"/>
                </a:solidFill>
              </a:defRPr>
            </a:lvl7pPr>
            <a:lvl8pPr algn="l">
              <a:defRPr sz="1350" b="1">
                <a:solidFill>
                  <a:srgbClr val="E8EEF7"/>
                </a:solidFill>
              </a:defRPr>
            </a:lvl8pPr>
            <a:lvl9pPr algn="l">
              <a:defRPr sz="1350" b="1">
                <a:solidFill>
                  <a:srgbClr val="E8EEF7"/>
                </a:solidFill>
              </a:defRPr>
            </a:lvl9pPr>
          </a:lstStyle>
          <a:p xmlns:a="http://schemas.openxmlformats.org/drawingml/2006/main">
            <a:pPr algn="l">
              <a:defRPr sz="1350" b="1">
                <a:solidFill>
                  <a:srgbClr val="E8EEF7"/>
                </a:solidFill>
              </a:defRPr>
            </a:pPr>
            <a:r>
              <a:rPr sz="1350" b="1">
                <a:solidFill>
                  <a:srgbClr val="E8EEF7"/>
                </a:solidFill>
              </a:rPr>
              <a:t>OE3</a:t>
            </a:r>
          </a:p>
        </p:txBody>
      </p:sp>
      <p:sp>
        <p:nvSpPr>
          <p:cNvPr id="84" name="oe-ratio-2">
            <a:extLst xmlns:a="http://schemas.openxmlformats.org/drawingml/2006/main">
              <a:ext uri="{FF2B5EF4-FFF2-40B4-BE49-F238E27FC236}">
                <a16:creationId xmlns:a16="http://schemas.microsoft.com/office/drawing/2014/main" id="{21CF06EC-1DD9-428D-BF36-C2403D5BDF30}"/>
              </a:ext>
            </a:extLst>
          </p:cNvPr>
          <p:cNvSpPr>
            <a:spLocks xmlns:a="http://schemas.openxmlformats.org/drawingml/2006/main" noGrp="1"/>
          </p:cNvSpPr>
          <p:nvPr/>
        </p:nvSpPr>
        <p:spPr>
          <a:xfrm xmlns:a="http://schemas.openxmlformats.org/drawingml/2006/main">
            <a:off x="9258300" y="364807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2/2</a:t>
            </a:r>
          </a:p>
        </p:txBody>
      </p:sp>
      <p:sp>
        <p:nvSpPr>
          <p:cNvPr id="85" name="oe-percent-2">
            <a:extLst xmlns:a="http://schemas.openxmlformats.org/drawingml/2006/main">
              <a:ext uri="{FF2B5EF4-FFF2-40B4-BE49-F238E27FC236}">
                <a16:creationId xmlns:a16="http://schemas.microsoft.com/office/drawing/2014/main" id="{5F1359B6-483B-4A4B-B09C-05EEF1B59F2C}"/>
              </a:ext>
            </a:extLst>
          </p:cNvPr>
          <p:cNvSpPr>
            <a:spLocks xmlns:a="http://schemas.openxmlformats.org/drawingml/2006/main" noGrp="1"/>
          </p:cNvSpPr>
          <p:nvPr/>
        </p:nvSpPr>
        <p:spPr>
          <a:xfrm xmlns:a="http://schemas.openxmlformats.org/drawingml/2006/main">
            <a:off x="10572750" y="3619500"/>
            <a:ext cx="781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75" b="1">
                <a:solidFill>
                  <a:srgbClr val="58C6E4"/>
                </a:solidFill>
              </a:defRPr>
            </a:defPPr>
            <a:lvl1pPr algn="r">
              <a:defRPr sz="1575" b="1">
                <a:solidFill>
                  <a:srgbClr val="58C6E4"/>
                </a:solidFill>
              </a:defRPr>
            </a:lvl1pPr>
            <a:lvl2pPr algn="r">
              <a:defRPr sz="1575" b="1">
                <a:solidFill>
                  <a:srgbClr val="58C6E4"/>
                </a:solidFill>
              </a:defRPr>
            </a:lvl2pPr>
            <a:lvl3pPr algn="r">
              <a:defRPr sz="1575" b="1">
                <a:solidFill>
                  <a:srgbClr val="58C6E4"/>
                </a:solidFill>
              </a:defRPr>
            </a:lvl3pPr>
            <a:lvl4pPr algn="r">
              <a:defRPr sz="1575" b="1">
                <a:solidFill>
                  <a:srgbClr val="58C6E4"/>
                </a:solidFill>
              </a:defRPr>
            </a:lvl4pPr>
            <a:lvl5pPr algn="r">
              <a:defRPr sz="1575" b="1">
                <a:solidFill>
                  <a:srgbClr val="58C6E4"/>
                </a:solidFill>
              </a:defRPr>
            </a:lvl5pPr>
            <a:lvl6pPr algn="r">
              <a:defRPr sz="1575" b="1">
                <a:solidFill>
                  <a:srgbClr val="58C6E4"/>
                </a:solidFill>
              </a:defRPr>
            </a:lvl6pPr>
            <a:lvl7pPr algn="r">
              <a:defRPr sz="1575" b="1">
                <a:solidFill>
                  <a:srgbClr val="58C6E4"/>
                </a:solidFill>
              </a:defRPr>
            </a:lvl7pPr>
            <a:lvl8pPr algn="r">
              <a:defRPr sz="1575" b="1">
                <a:solidFill>
                  <a:srgbClr val="58C6E4"/>
                </a:solidFill>
              </a:defRPr>
            </a:lvl8pPr>
            <a:lvl9pPr algn="r">
              <a:defRPr sz="1575" b="1">
                <a:solidFill>
                  <a:srgbClr val="58C6E4"/>
                </a:solidFill>
              </a:defRPr>
            </a:lvl9pPr>
          </a:lstStyle>
          <a:p xmlns:a="http://schemas.openxmlformats.org/drawingml/2006/main">
            <a:pPr algn="r">
              <a:defRPr sz="1575" b="1">
                <a:solidFill>
                  <a:srgbClr val="58C6E4"/>
                </a:solidFill>
              </a:defRPr>
            </a:pPr>
            <a:r>
              <a:rPr sz="1575" b="1">
                <a:solidFill>
                  <a:srgbClr val="58C6E4"/>
                </a:solidFill>
              </a:rPr>
              <a:t>100%</a:t>
            </a:r>
          </a:p>
        </p:txBody>
      </p:sp>
      <p:sp>
        <p:nvSpPr>
          <p:cNvPr id="86" name="oe-track-2">
            <a:extLst xmlns:a="http://schemas.openxmlformats.org/drawingml/2006/main">
              <a:ext uri="{FF2B5EF4-FFF2-40B4-BE49-F238E27FC236}">
                <a16:creationId xmlns:a16="http://schemas.microsoft.com/office/drawing/2014/main" id="{0BC4A583-985A-40DA-B24C-100ED6981A40}"/>
              </a:ext>
            </a:extLst>
          </p:cNvPr>
          <p:cNvSpPr>
            <a:spLocks xmlns:a="http://schemas.openxmlformats.org/drawingml/2006/main" noGrp="1"/>
          </p:cNvSpPr>
          <p:nvPr/>
        </p:nvSpPr>
        <p:spPr>
          <a:xfrm xmlns:a="http://schemas.openxmlformats.org/drawingml/2006/main">
            <a:off x="8401050" y="3933825"/>
            <a:ext cx="2952750" cy="5715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87" name="oe-bar-2">
            <a:extLst xmlns:a="http://schemas.openxmlformats.org/drawingml/2006/main">
              <a:ext uri="{FF2B5EF4-FFF2-40B4-BE49-F238E27FC236}">
                <a16:creationId xmlns:a16="http://schemas.microsoft.com/office/drawing/2014/main" id="{757A4991-5629-4BDD-AC57-77E0EAB4A70F}"/>
              </a:ext>
            </a:extLst>
          </p:cNvPr>
          <p:cNvSpPr>
            <a:spLocks xmlns:a="http://schemas.openxmlformats.org/drawingml/2006/main" noGrp="1"/>
          </p:cNvSpPr>
          <p:nvPr/>
        </p:nvSpPr>
        <p:spPr>
          <a:xfrm xmlns:a="http://schemas.openxmlformats.org/drawingml/2006/main">
            <a:off x="8401050" y="3933825"/>
            <a:ext cx="2952750" cy="57150"/>
          </a:xfrm>
          <a:prstGeom xmlns:a="http://schemas.openxmlformats.org/drawingml/2006/main" prst="roundRect">
            <a:avLst>
              <a:gd name="adj" fmla="val 50000"/>
            </a:avLst>
          </a:prstGeom>
          <a:solidFill xmlns:a="http://schemas.openxmlformats.org/drawingml/2006/main">
            <a:srgbClr val="58C6E4"/>
          </a:solidFill>
          <a:ln xmlns:a="http://schemas.openxmlformats.org/drawingml/2006/main" w="0">
            <a:noFill/>
          </a:ln>
        </p:spPr>
      </p:sp>
      <p:sp>
        <p:nvSpPr>
          <p:cNvPr id="88" name="oe-label-3">
            <a:extLst xmlns:a="http://schemas.openxmlformats.org/drawingml/2006/main">
              <a:ext uri="{FF2B5EF4-FFF2-40B4-BE49-F238E27FC236}">
                <a16:creationId xmlns:a16="http://schemas.microsoft.com/office/drawing/2014/main" id="{D2459046-1CDB-4BED-85E5-DA8931BFEC1C}"/>
              </a:ext>
            </a:extLst>
          </p:cNvPr>
          <p:cNvSpPr>
            <a:spLocks xmlns:a="http://schemas.openxmlformats.org/drawingml/2006/main" noGrp="1"/>
          </p:cNvSpPr>
          <p:nvPr/>
        </p:nvSpPr>
        <p:spPr>
          <a:xfrm xmlns:a="http://schemas.openxmlformats.org/drawingml/2006/main">
            <a:off x="8401050" y="411480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E8EEF7"/>
                </a:solidFill>
              </a:defRPr>
            </a:defPPr>
            <a:lvl1pPr algn="l">
              <a:defRPr sz="1350" b="1">
                <a:solidFill>
                  <a:srgbClr val="E8EEF7"/>
                </a:solidFill>
              </a:defRPr>
            </a:lvl1pPr>
            <a:lvl2pPr algn="l">
              <a:defRPr sz="1350" b="1">
                <a:solidFill>
                  <a:srgbClr val="E8EEF7"/>
                </a:solidFill>
              </a:defRPr>
            </a:lvl2pPr>
            <a:lvl3pPr algn="l">
              <a:defRPr sz="1350" b="1">
                <a:solidFill>
                  <a:srgbClr val="E8EEF7"/>
                </a:solidFill>
              </a:defRPr>
            </a:lvl3pPr>
            <a:lvl4pPr algn="l">
              <a:defRPr sz="1350" b="1">
                <a:solidFill>
                  <a:srgbClr val="E8EEF7"/>
                </a:solidFill>
              </a:defRPr>
            </a:lvl4pPr>
            <a:lvl5pPr algn="l">
              <a:defRPr sz="1350" b="1">
                <a:solidFill>
                  <a:srgbClr val="E8EEF7"/>
                </a:solidFill>
              </a:defRPr>
            </a:lvl5pPr>
            <a:lvl6pPr algn="l">
              <a:defRPr sz="1350" b="1">
                <a:solidFill>
                  <a:srgbClr val="E8EEF7"/>
                </a:solidFill>
              </a:defRPr>
            </a:lvl6pPr>
            <a:lvl7pPr algn="l">
              <a:defRPr sz="1350" b="1">
                <a:solidFill>
                  <a:srgbClr val="E8EEF7"/>
                </a:solidFill>
              </a:defRPr>
            </a:lvl7pPr>
            <a:lvl8pPr algn="l">
              <a:defRPr sz="1350" b="1">
                <a:solidFill>
                  <a:srgbClr val="E8EEF7"/>
                </a:solidFill>
              </a:defRPr>
            </a:lvl8pPr>
            <a:lvl9pPr algn="l">
              <a:defRPr sz="1350" b="1">
                <a:solidFill>
                  <a:srgbClr val="E8EEF7"/>
                </a:solidFill>
              </a:defRPr>
            </a:lvl9pPr>
          </a:lstStyle>
          <a:p xmlns:a="http://schemas.openxmlformats.org/drawingml/2006/main">
            <a:pPr algn="l">
              <a:defRPr sz="1350" b="1">
                <a:solidFill>
                  <a:srgbClr val="E8EEF7"/>
                </a:solidFill>
              </a:defRPr>
            </a:pPr>
            <a:r>
              <a:rPr sz="1350" b="1">
                <a:solidFill>
                  <a:srgbClr val="E8EEF7"/>
                </a:solidFill>
              </a:rPr>
              <a:t>OE4</a:t>
            </a:r>
          </a:p>
        </p:txBody>
      </p:sp>
      <p:sp>
        <p:nvSpPr>
          <p:cNvPr id="89" name="oe-ratio-3">
            <a:extLst xmlns:a="http://schemas.openxmlformats.org/drawingml/2006/main">
              <a:ext uri="{FF2B5EF4-FFF2-40B4-BE49-F238E27FC236}">
                <a16:creationId xmlns:a16="http://schemas.microsoft.com/office/drawing/2014/main" id="{00DA8BAF-67DD-4119-8AB8-94BF13A56D23}"/>
              </a:ext>
            </a:extLst>
          </p:cNvPr>
          <p:cNvSpPr>
            <a:spLocks xmlns:a="http://schemas.openxmlformats.org/drawingml/2006/main" noGrp="1"/>
          </p:cNvSpPr>
          <p:nvPr/>
        </p:nvSpPr>
        <p:spPr>
          <a:xfrm xmlns:a="http://schemas.openxmlformats.org/drawingml/2006/main">
            <a:off x="9258300" y="412432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3/3</a:t>
            </a:r>
          </a:p>
        </p:txBody>
      </p:sp>
      <p:sp>
        <p:nvSpPr>
          <p:cNvPr id="90" name="oe-percent-3">
            <a:extLst xmlns:a="http://schemas.openxmlformats.org/drawingml/2006/main">
              <a:ext uri="{FF2B5EF4-FFF2-40B4-BE49-F238E27FC236}">
                <a16:creationId xmlns:a16="http://schemas.microsoft.com/office/drawing/2014/main" id="{1A091598-DD8B-4A77-B4A0-22E03DF71376}"/>
              </a:ext>
            </a:extLst>
          </p:cNvPr>
          <p:cNvSpPr>
            <a:spLocks xmlns:a="http://schemas.openxmlformats.org/drawingml/2006/main" noGrp="1"/>
          </p:cNvSpPr>
          <p:nvPr/>
        </p:nvSpPr>
        <p:spPr>
          <a:xfrm xmlns:a="http://schemas.openxmlformats.org/drawingml/2006/main">
            <a:off x="10572750" y="4095750"/>
            <a:ext cx="781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75" b="1">
                <a:solidFill>
                  <a:srgbClr val="58C6E4"/>
                </a:solidFill>
              </a:defRPr>
            </a:defPPr>
            <a:lvl1pPr algn="r">
              <a:defRPr sz="1575" b="1">
                <a:solidFill>
                  <a:srgbClr val="58C6E4"/>
                </a:solidFill>
              </a:defRPr>
            </a:lvl1pPr>
            <a:lvl2pPr algn="r">
              <a:defRPr sz="1575" b="1">
                <a:solidFill>
                  <a:srgbClr val="58C6E4"/>
                </a:solidFill>
              </a:defRPr>
            </a:lvl2pPr>
            <a:lvl3pPr algn="r">
              <a:defRPr sz="1575" b="1">
                <a:solidFill>
                  <a:srgbClr val="58C6E4"/>
                </a:solidFill>
              </a:defRPr>
            </a:lvl3pPr>
            <a:lvl4pPr algn="r">
              <a:defRPr sz="1575" b="1">
                <a:solidFill>
                  <a:srgbClr val="58C6E4"/>
                </a:solidFill>
              </a:defRPr>
            </a:lvl4pPr>
            <a:lvl5pPr algn="r">
              <a:defRPr sz="1575" b="1">
                <a:solidFill>
                  <a:srgbClr val="58C6E4"/>
                </a:solidFill>
              </a:defRPr>
            </a:lvl5pPr>
            <a:lvl6pPr algn="r">
              <a:defRPr sz="1575" b="1">
                <a:solidFill>
                  <a:srgbClr val="58C6E4"/>
                </a:solidFill>
              </a:defRPr>
            </a:lvl6pPr>
            <a:lvl7pPr algn="r">
              <a:defRPr sz="1575" b="1">
                <a:solidFill>
                  <a:srgbClr val="58C6E4"/>
                </a:solidFill>
              </a:defRPr>
            </a:lvl7pPr>
            <a:lvl8pPr algn="r">
              <a:defRPr sz="1575" b="1">
                <a:solidFill>
                  <a:srgbClr val="58C6E4"/>
                </a:solidFill>
              </a:defRPr>
            </a:lvl8pPr>
            <a:lvl9pPr algn="r">
              <a:defRPr sz="1575" b="1">
                <a:solidFill>
                  <a:srgbClr val="58C6E4"/>
                </a:solidFill>
              </a:defRPr>
            </a:lvl9pPr>
          </a:lstStyle>
          <a:p xmlns:a="http://schemas.openxmlformats.org/drawingml/2006/main">
            <a:pPr algn="r">
              <a:defRPr sz="1575" b="1">
                <a:solidFill>
                  <a:srgbClr val="58C6E4"/>
                </a:solidFill>
              </a:defRPr>
            </a:pPr>
            <a:r>
              <a:rPr sz="1575" b="1">
                <a:solidFill>
                  <a:srgbClr val="58C6E4"/>
                </a:solidFill>
              </a:rPr>
              <a:t>100%</a:t>
            </a:r>
          </a:p>
        </p:txBody>
      </p:sp>
      <p:sp>
        <p:nvSpPr>
          <p:cNvPr id="91" name="oe-track-3">
            <a:extLst xmlns:a="http://schemas.openxmlformats.org/drawingml/2006/main">
              <a:ext uri="{FF2B5EF4-FFF2-40B4-BE49-F238E27FC236}">
                <a16:creationId xmlns:a16="http://schemas.microsoft.com/office/drawing/2014/main" id="{F88DF6D1-80E9-463A-9B42-E0BB81CCE120}"/>
              </a:ext>
            </a:extLst>
          </p:cNvPr>
          <p:cNvSpPr>
            <a:spLocks xmlns:a="http://schemas.openxmlformats.org/drawingml/2006/main" noGrp="1"/>
          </p:cNvSpPr>
          <p:nvPr/>
        </p:nvSpPr>
        <p:spPr>
          <a:xfrm xmlns:a="http://schemas.openxmlformats.org/drawingml/2006/main">
            <a:off x="8401050" y="4410075"/>
            <a:ext cx="2952750" cy="5715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92" name="oe-bar-3">
            <a:extLst xmlns:a="http://schemas.openxmlformats.org/drawingml/2006/main">
              <a:ext uri="{FF2B5EF4-FFF2-40B4-BE49-F238E27FC236}">
                <a16:creationId xmlns:a16="http://schemas.microsoft.com/office/drawing/2014/main" id="{9A719424-6F09-4B8C-BD97-D8C0782D3741}"/>
              </a:ext>
            </a:extLst>
          </p:cNvPr>
          <p:cNvSpPr>
            <a:spLocks xmlns:a="http://schemas.openxmlformats.org/drawingml/2006/main" noGrp="1"/>
          </p:cNvSpPr>
          <p:nvPr/>
        </p:nvSpPr>
        <p:spPr>
          <a:xfrm xmlns:a="http://schemas.openxmlformats.org/drawingml/2006/main">
            <a:off x="8401050" y="4410075"/>
            <a:ext cx="2952750" cy="57150"/>
          </a:xfrm>
          <a:prstGeom xmlns:a="http://schemas.openxmlformats.org/drawingml/2006/main" prst="roundRect">
            <a:avLst>
              <a:gd name="adj" fmla="val 50000"/>
            </a:avLst>
          </a:prstGeom>
          <a:solidFill xmlns:a="http://schemas.openxmlformats.org/drawingml/2006/main">
            <a:srgbClr val="58C6E4"/>
          </a:solidFill>
          <a:ln xmlns:a="http://schemas.openxmlformats.org/drawingml/2006/main" w="0">
            <a:noFill/>
          </a:ln>
        </p:spPr>
      </p:sp>
      <p:sp>
        <p:nvSpPr>
          <p:cNvPr id="93" name="oe-label-4">
            <a:extLst xmlns:a="http://schemas.openxmlformats.org/drawingml/2006/main">
              <a:ext uri="{FF2B5EF4-FFF2-40B4-BE49-F238E27FC236}">
                <a16:creationId xmlns:a16="http://schemas.microsoft.com/office/drawing/2014/main" id="{821CE738-9803-4476-9485-101D7FCF622B}"/>
              </a:ext>
            </a:extLst>
          </p:cNvPr>
          <p:cNvSpPr>
            <a:spLocks xmlns:a="http://schemas.openxmlformats.org/drawingml/2006/main" noGrp="1"/>
          </p:cNvSpPr>
          <p:nvPr/>
        </p:nvSpPr>
        <p:spPr>
          <a:xfrm xmlns:a="http://schemas.openxmlformats.org/drawingml/2006/main">
            <a:off x="8401050" y="45910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E8EEF7"/>
                </a:solidFill>
              </a:defRPr>
            </a:defPPr>
            <a:lvl1pPr algn="l">
              <a:defRPr sz="1350" b="1">
                <a:solidFill>
                  <a:srgbClr val="E8EEF7"/>
                </a:solidFill>
              </a:defRPr>
            </a:lvl1pPr>
            <a:lvl2pPr algn="l">
              <a:defRPr sz="1350" b="1">
                <a:solidFill>
                  <a:srgbClr val="E8EEF7"/>
                </a:solidFill>
              </a:defRPr>
            </a:lvl2pPr>
            <a:lvl3pPr algn="l">
              <a:defRPr sz="1350" b="1">
                <a:solidFill>
                  <a:srgbClr val="E8EEF7"/>
                </a:solidFill>
              </a:defRPr>
            </a:lvl3pPr>
            <a:lvl4pPr algn="l">
              <a:defRPr sz="1350" b="1">
                <a:solidFill>
                  <a:srgbClr val="E8EEF7"/>
                </a:solidFill>
              </a:defRPr>
            </a:lvl4pPr>
            <a:lvl5pPr algn="l">
              <a:defRPr sz="1350" b="1">
                <a:solidFill>
                  <a:srgbClr val="E8EEF7"/>
                </a:solidFill>
              </a:defRPr>
            </a:lvl5pPr>
            <a:lvl6pPr algn="l">
              <a:defRPr sz="1350" b="1">
                <a:solidFill>
                  <a:srgbClr val="E8EEF7"/>
                </a:solidFill>
              </a:defRPr>
            </a:lvl6pPr>
            <a:lvl7pPr algn="l">
              <a:defRPr sz="1350" b="1">
                <a:solidFill>
                  <a:srgbClr val="E8EEF7"/>
                </a:solidFill>
              </a:defRPr>
            </a:lvl7pPr>
            <a:lvl8pPr algn="l">
              <a:defRPr sz="1350" b="1">
                <a:solidFill>
                  <a:srgbClr val="E8EEF7"/>
                </a:solidFill>
              </a:defRPr>
            </a:lvl8pPr>
            <a:lvl9pPr algn="l">
              <a:defRPr sz="1350" b="1">
                <a:solidFill>
                  <a:srgbClr val="E8EEF7"/>
                </a:solidFill>
              </a:defRPr>
            </a:lvl9pPr>
          </a:lstStyle>
          <a:p xmlns:a="http://schemas.openxmlformats.org/drawingml/2006/main">
            <a:pPr algn="l">
              <a:defRPr sz="1350" b="1">
                <a:solidFill>
                  <a:srgbClr val="E8EEF7"/>
                </a:solidFill>
              </a:defRPr>
            </a:pPr>
            <a:r>
              <a:rPr sz="1350" b="1">
                <a:solidFill>
                  <a:srgbClr val="E8EEF7"/>
                </a:solidFill>
              </a:rPr>
              <a:t>OE5</a:t>
            </a:r>
          </a:p>
        </p:txBody>
      </p:sp>
      <p:sp>
        <p:nvSpPr>
          <p:cNvPr id="94" name="oe-ratio-4">
            <a:extLst xmlns:a="http://schemas.openxmlformats.org/drawingml/2006/main">
              <a:ext uri="{FF2B5EF4-FFF2-40B4-BE49-F238E27FC236}">
                <a16:creationId xmlns:a16="http://schemas.microsoft.com/office/drawing/2014/main" id="{F5EA9B7E-7359-4A93-BA5D-60ADE1504E2D}"/>
              </a:ext>
            </a:extLst>
          </p:cNvPr>
          <p:cNvSpPr>
            <a:spLocks xmlns:a="http://schemas.openxmlformats.org/drawingml/2006/main" noGrp="1"/>
          </p:cNvSpPr>
          <p:nvPr/>
        </p:nvSpPr>
        <p:spPr>
          <a:xfrm xmlns:a="http://schemas.openxmlformats.org/drawingml/2006/main">
            <a:off x="9258300" y="460057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3/3</a:t>
            </a:r>
          </a:p>
        </p:txBody>
      </p:sp>
      <p:sp>
        <p:nvSpPr>
          <p:cNvPr id="95" name="oe-percent-4">
            <a:extLst xmlns:a="http://schemas.openxmlformats.org/drawingml/2006/main">
              <a:ext uri="{FF2B5EF4-FFF2-40B4-BE49-F238E27FC236}">
                <a16:creationId xmlns:a16="http://schemas.microsoft.com/office/drawing/2014/main" id="{69DAFE58-50CB-40C9-99C0-8C11D28963EB}"/>
              </a:ext>
            </a:extLst>
          </p:cNvPr>
          <p:cNvSpPr>
            <a:spLocks xmlns:a="http://schemas.openxmlformats.org/drawingml/2006/main" noGrp="1"/>
          </p:cNvSpPr>
          <p:nvPr/>
        </p:nvSpPr>
        <p:spPr>
          <a:xfrm xmlns:a="http://schemas.openxmlformats.org/drawingml/2006/main">
            <a:off x="10572750" y="4572000"/>
            <a:ext cx="781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75" b="1">
                <a:solidFill>
                  <a:srgbClr val="58C6E4"/>
                </a:solidFill>
              </a:defRPr>
            </a:defPPr>
            <a:lvl1pPr algn="r">
              <a:defRPr sz="1575" b="1">
                <a:solidFill>
                  <a:srgbClr val="58C6E4"/>
                </a:solidFill>
              </a:defRPr>
            </a:lvl1pPr>
            <a:lvl2pPr algn="r">
              <a:defRPr sz="1575" b="1">
                <a:solidFill>
                  <a:srgbClr val="58C6E4"/>
                </a:solidFill>
              </a:defRPr>
            </a:lvl2pPr>
            <a:lvl3pPr algn="r">
              <a:defRPr sz="1575" b="1">
                <a:solidFill>
                  <a:srgbClr val="58C6E4"/>
                </a:solidFill>
              </a:defRPr>
            </a:lvl3pPr>
            <a:lvl4pPr algn="r">
              <a:defRPr sz="1575" b="1">
                <a:solidFill>
                  <a:srgbClr val="58C6E4"/>
                </a:solidFill>
              </a:defRPr>
            </a:lvl4pPr>
            <a:lvl5pPr algn="r">
              <a:defRPr sz="1575" b="1">
                <a:solidFill>
                  <a:srgbClr val="58C6E4"/>
                </a:solidFill>
              </a:defRPr>
            </a:lvl5pPr>
            <a:lvl6pPr algn="r">
              <a:defRPr sz="1575" b="1">
                <a:solidFill>
                  <a:srgbClr val="58C6E4"/>
                </a:solidFill>
              </a:defRPr>
            </a:lvl6pPr>
            <a:lvl7pPr algn="r">
              <a:defRPr sz="1575" b="1">
                <a:solidFill>
                  <a:srgbClr val="58C6E4"/>
                </a:solidFill>
              </a:defRPr>
            </a:lvl7pPr>
            <a:lvl8pPr algn="r">
              <a:defRPr sz="1575" b="1">
                <a:solidFill>
                  <a:srgbClr val="58C6E4"/>
                </a:solidFill>
              </a:defRPr>
            </a:lvl8pPr>
            <a:lvl9pPr algn="r">
              <a:defRPr sz="1575" b="1">
                <a:solidFill>
                  <a:srgbClr val="58C6E4"/>
                </a:solidFill>
              </a:defRPr>
            </a:lvl9pPr>
          </a:lstStyle>
          <a:p xmlns:a="http://schemas.openxmlformats.org/drawingml/2006/main">
            <a:pPr algn="r">
              <a:defRPr sz="1575" b="1">
                <a:solidFill>
                  <a:srgbClr val="58C6E4"/>
                </a:solidFill>
              </a:defRPr>
            </a:pPr>
            <a:r>
              <a:rPr sz="1575" b="1">
                <a:solidFill>
                  <a:srgbClr val="58C6E4"/>
                </a:solidFill>
              </a:rPr>
              <a:t>100%</a:t>
            </a:r>
          </a:p>
        </p:txBody>
      </p:sp>
      <p:sp>
        <p:nvSpPr>
          <p:cNvPr id="96" name="oe-track-4">
            <a:extLst xmlns:a="http://schemas.openxmlformats.org/drawingml/2006/main">
              <a:ext uri="{FF2B5EF4-FFF2-40B4-BE49-F238E27FC236}">
                <a16:creationId xmlns:a16="http://schemas.microsoft.com/office/drawing/2014/main" id="{82396F67-DF2D-49AB-9F4B-78BD817501DB}"/>
              </a:ext>
            </a:extLst>
          </p:cNvPr>
          <p:cNvSpPr>
            <a:spLocks xmlns:a="http://schemas.openxmlformats.org/drawingml/2006/main" noGrp="1"/>
          </p:cNvSpPr>
          <p:nvPr/>
        </p:nvSpPr>
        <p:spPr>
          <a:xfrm xmlns:a="http://schemas.openxmlformats.org/drawingml/2006/main">
            <a:off x="8401050" y="4886325"/>
            <a:ext cx="2952750" cy="57150"/>
          </a:xfrm>
          <a:prstGeom xmlns:a="http://schemas.openxmlformats.org/drawingml/2006/main" prst="roundRect">
            <a:avLst>
              <a:gd name="adj" fmla="val 50000"/>
            </a:avLst>
          </a:prstGeom>
          <a:solidFill xmlns:a="http://schemas.openxmlformats.org/drawingml/2006/main">
            <a:srgbClr val="243A53"/>
          </a:solidFill>
          <a:ln xmlns:a="http://schemas.openxmlformats.org/drawingml/2006/main" w="0">
            <a:noFill/>
          </a:ln>
        </p:spPr>
      </p:sp>
      <p:sp>
        <p:nvSpPr>
          <p:cNvPr id="97" name="oe-bar-4">
            <a:extLst xmlns:a="http://schemas.openxmlformats.org/drawingml/2006/main">
              <a:ext uri="{FF2B5EF4-FFF2-40B4-BE49-F238E27FC236}">
                <a16:creationId xmlns:a16="http://schemas.microsoft.com/office/drawing/2014/main" id="{AA963F30-DC4F-4069-BCFF-FE998E548274}"/>
              </a:ext>
            </a:extLst>
          </p:cNvPr>
          <p:cNvSpPr>
            <a:spLocks xmlns:a="http://schemas.openxmlformats.org/drawingml/2006/main" noGrp="1"/>
          </p:cNvSpPr>
          <p:nvPr/>
        </p:nvSpPr>
        <p:spPr>
          <a:xfrm xmlns:a="http://schemas.openxmlformats.org/drawingml/2006/main">
            <a:off x="8401050" y="4886325"/>
            <a:ext cx="2952750" cy="57150"/>
          </a:xfrm>
          <a:prstGeom xmlns:a="http://schemas.openxmlformats.org/drawingml/2006/main" prst="roundRect">
            <a:avLst>
              <a:gd name="adj" fmla="val 50000"/>
            </a:avLst>
          </a:prstGeom>
          <a:solidFill xmlns:a="http://schemas.openxmlformats.org/drawingml/2006/main">
            <a:srgbClr val="58C6E4"/>
          </a:solidFill>
          <a:ln xmlns:a="http://schemas.openxmlformats.org/drawingml/2006/main" w="0">
            <a:noFill/>
          </a:ln>
        </p:spPr>
      </p:sp>
      <p:sp>
        <p:nvSpPr>
          <p:cNvPr id="98" name="alcance-porcentaje">
            <a:extLst xmlns:a="http://schemas.openxmlformats.org/drawingml/2006/main">
              <a:ext uri="{FF2B5EF4-FFF2-40B4-BE49-F238E27FC236}">
                <a16:creationId xmlns:a16="http://schemas.microsoft.com/office/drawing/2014/main" id="{30C1B820-359B-4708-BDF0-064CBDD08EED}"/>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A5B6CD"/>
                </a:solidFill>
              </a:defRPr>
            </a:defPPr>
            <a:lvl1pPr algn="l">
              <a:defRPr sz="1350" b="0">
                <a:solidFill>
                  <a:srgbClr val="A5B6CD"/>
                </a:solidFill>
              </a:defRPr>
            </a:lvl1pPr>
            <a:lvl2pPr algn="l">
              <a:defRPr sz="1350" b="0">
                <a:solidFill>
                  <a:srgbClr val="A5B6CD"/>
                </a:solidFill>
              </a:defRPr>
            </a:lvl2pPr>
            <a:lvl3pPr algn="l">
              <a:defRPr sz="1350" b="0">
                <a:solidFill>
                  <a:srgbClr val="A5B6CD"/>
                </a:solidFill>
              </a:defRPr>
            </a:lvl3pPr>
            <a:lvl4pPr algn="l">
              <a:defRPr sz="1350" b="0">
                <a:solidFill>
                  <a:srgbClr val="A5B6CD"/>
                </a:solidFill>
              </a:defRPr>
            </a:lvl4pPr>
            <a:lvl5pPr algn="l">
              <a:defRPr sz="1350" b="0">
                <a:solidFill>
                  <a:srgbClr val="A5B6CD"/>
                </a:solidFill>
              </a:defRPr>
            </a:lvl5pPr>
            <a:lvl6pPr algn="l">
              <a:defRPr sz="1350" b="0">
                <a:solidFill>
                  <a:srgbClr val="A5B6CD"/>
                </a:solidFill>
              </a:defRPr>
            </a:lvl6pPr>
            <a:lvl7pPr algn="l">
              <a:defRPr sz="1350" b="0">
                <a:solidFill>
                  <a:srgbClr val="A5B6CD"/>
                </a:solidFill>
              </a:defRPr>
            </a:lvl7pPr>
            <a:lvl8pPr algn="l">
              <a:defRPr sz="1350" b="0">
                <a:solidFill>
                  <a:srgbClr val="A5B6CD"/>
                </a:solidFill>
              </a:defRPr>
            </a:lvl8pPr>
            <a:lvl9pPr algn="l">
              <a:defRPr sz="1350" b="0">
                <a:solidFill>
                  <a:srgbClr val="A5B6CD"/>
                </a:solidFill>
              </a:defRPr>
            </a:lvl9pPr>
          </a:lstStyle>
          <a:p xmlns:a="http://schemas.openxmlformats.org/drawingml/2006/main">
            <a:pPr algn="l">
              <a:defRPr sz="1350" b="0">
                <a:solidFill>
                  <a:srgbClr val="A5B6CD"/>
                </a:solidFill>
              </a:defRPr>
            </a:pPr>
            <a:r>
              <a:rPr sz="1350" b="0">
                <a:solidFill>
                  <a:srgbClr val="A5B6CD"/>
                </a:solidFill>
              </a:rPr>
              <a:t>Corresponde a capacidades mínimas verificadas por objetivo; no representa el avance global del proyecto.</a:t>
            </a:r>
          </a:p>
        </p:txBody>
      </p:sp>
      <p:sp>
        <p:nvSpPr>
          <p:cNvPr id="99" name="limite-gantt">
            <a:extLst xmlns:a="http://schemas.openxmlformats.org/drawingml/2006/main">
              <a:ext uri="{FF2B5EF4-FFF2-40B4-BE49-F238E27FC236}">
                <a16:creationId xmlns:a16="http://schemas.microsoft.com/office/drawing/2014/main" id="{43599B7F-9023-4C44-9180-CAA5CF6346CE}"/>
              </a:ext>
            </a:extLst>
          </p:cNvPr>
          <p:cNvSpPr>
            <a:spLocks xmlns:a="http://schemas.openxmlformats.org/drawingml/2006/main" noGrp="1"/>
          </p:cNvSpPr>
          <p:nvPr/>
        </p:nvSpPr>
        <p:spPr>
          <a:xfrm xmlns:a="http://schemas.openxmlformats.org/drawingml/2006/main">
            <a:off x="609600" y="61912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Plazo: no cuantificable sin anclaje S1 ni fechas reales por actividad.</a:t>
            </a:r>
          </a:p>
        </p:txBody>
      </p:sp>
      <p:sp>
        <p:nvSpPr>
          <p:cNvPr id="100" name="causas">
            <a:extLst xmlns:a="http://schemas.openxmlformats.org/drawingml/2006/main">
              <a:ext uri="{FF2B5EF4-FFF2-40B4-BE49-F238E27FC236}">
                <a16:creationId xmlns:a16="http://schemas.microsoft.com/office/drawing/2014/main" id="{EA417946-738A-4128-B997-553ACA243BA8}"/>
              </a:ext>
            </a:extLst>
          </p:cNvPr>
          <p:cNvSpPr>
            <a:spLocks xmlns:a="http://schemas.openxmlformats.org/drawingml/2006/main" noGrp="1"/>
          </p:cNvSpPr>
          <p:nvPr/>
        </p:nvSpPr>
        <p:spPr>
          <a:xfrm xmlns:a="http://schemas.openxmlformats.org/drawingml/2006/main">
            <a:off x="609600" y="64389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Incidencias documentadas: KEX e integración por etapas, sin días de retraso medidos.</a:t>
            </a:r>
          </a:p>
        </p:txBody>
      </p:sp>
    </p:spTree>
    <p:extLst>
      <p:ext uri="{BB962C8B-B14F-4D97-AF65-F5344CB8AC3E}">
        <p14:creationId xmlns:p14="http://schemas.microsoft.com/office/powerpoint/2010/main" val="1592590345"/>
      </p:ext>
    </p:extLst>
  </p:cSld>
</p:sld>
</file>

<file path=ppt/slides/slide6.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977651BC-7DE5-4F55-B5B9-C82F6409AD00}"/>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Diseño técnico</a:t>
            </a:r>
          </a:p>
        </p:txBody>
      </p:sp>
      <p:sp>
        <p:nvSpPr>
          <p:cNvPr id="3" name="pagina">
            <a:extLst xmlns:a="http://schemas.openxmlformats.org/drawingml/2006/main">
              <a:ext uri="{FF2B5EF4-FFF2-40B4-BE49-F238E27FC236}">
                <a16:creationId xmlns:a16="http://schemas.microsoft.com/office/drawing/2014/main" id="{5CA3F452-5CC0-464C-A8A7-CCBED25B052A}"/>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06/10</a:t>
            </a:r>
          </a:p>
        </p:txBody>
      </p:sp>
      <p:sp>
        <p:nvSpPr>
          <p:cNvPr id="4" name="node-35">
            <a:extLst xmlns:a="http://schemas.openxmlformats.org/drawingml/2006/main">
              <a:ext uri="{FF2B5EF4-FFF2-40B4-BE49-F238E27FC236}">
                <a16:creationId xmlns:a16="http://schemas.microsoft.com/office/drawing/2014/main" id="{01BFE54A-4F15-4F43-BE8C-03F9E2532DB3}"/>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36">
            <a:extLst xmlns:a="http://schemas.openxmlformats.org/drawingml/2006/main">
              <a:ext uri="{FF2B5EF4-FFF2-40B4-BE49-F238E27FC236}">
                <a16:creationId xmlns:a16="http://schemas.microsoft.com/office/drawing/2014/main" id="{A9DCD66E-212D-4725-B4BB-48402CA3A7F6}"/>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37">
            <a:extLst xmlns:a="http://schemas.openxmlformats.org/drawingml/2006/main">
              <a:ext uri="{FF2B5EF4-FFF2-40B4-BE49-F238E27FC236}">
                <a16:creationId xmlns:a16="http://schemas.microsoft.com/office/drawing/2014/main" id="{2ED32F10-BC20-4B73-BD77-B961B5D309FC}"/>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38">
            <a:extLst xmlns:a="http://schemas.openxmlformats.org/drawingml/2006/main">
              <a:ext uri="{FF2B5EF4-FFF2-40B4-BE49-F238E27FC236}">
                <a16:creationId xmlns:a16="http://schemas.microsoft.com/office/drawing/2014/main" id="{32799F37-EAD8-4CC1-A978-368A4DDC4D0A}"/>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39">
            <a:extLst xmlns:a="http://schemas.openxmlformats.org/drawingml/2006/main">
              <a:ext uri="{FF2B5EF4-FFF2-40B4-BE49-F238E27FC236}">
                <a16:creationId xmlns:a16="http://schemas.microsoft.com/office/drawing/2014/main" id="{F2F71EF4-4C6A-4A61-8892-07AEE68EA958}"/>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CD3E5E0C-1CD9-4465-9112-3406D3443B81}"/>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40">
            <a:extLst xmlns:a="http://schemas.openxmlformats.org/drawingml/2006/main">
              <a:ext uri="{FF2B5EF4-FFF2-40B4-BE49-F238E27FC236}">
                <a16:creationId xmlns:a16="http://schemas.microsoft.com/office/drawing/2014/main" id="{D5E79FFD-9C06-4420-9DDE-9C3537FCC8F1}"/>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A3942C16-A15C-4C38-9DD4-48F39A56FBFA}"/>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41">
            <a:extLst xmlns:a="http://schemas.openxmlformats.org/drawingml/2006/main">
              <a:ext uri="{FF2B5EF4-FFF2-40B4-BE49-F238E27FC236}">
                <a16:creationId xmlns:a16="http://schemas.microsoft.com/office/drawing/2014/main" id="{176C862E-50AD-4E2A-9199-95D861B0F59E}"/>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main-0">
            <a:extLst xmlns:a="http://schemas.openxmlformats.org/drawingml/2006/main">
              <a:ext uri="{FF2B5EF4-FFF2-40B4-BE49-F238E27FC236}">
                <a16:creationId xmlns:a16="http://schemas.microsoft.com/office/drawing/2014/main" id="{38CB7440-6F12-4B15-897B-B84AAB31601B}"/>
              </a:ext>
            </a:extLst>
          </p:cNvPr>
          <p:cNvSpPr>
            <a:spLocks xmlns:a="http://schemas.openxmlformats.org/drawingml/2006/main" noGrp="1"/>
          </p:cNvSpPr>
          <p:nvPr/>
        </p:nvSpPr>
        <p:spPr>
          <a:xfrm xmlns:a="http://schemas.openxmlformats.org/drawingml/2006/main">
            <a:off x="914400" y="147637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14" name="main-label-0">
            <a:extLst xmlns:a="http://schemas.openxmlformats.org/drawingml/2006/main">
              <a:ext uri="{FF2B5EF4-FFF2-40B4-BE49-F238E27FC236}">
                <a16:creationId xmlns:a16="http://schemas.microsoft.com/office/drawing/2014/main" id="{BD306959-EEAE-48DF-80A4-EA3E5FFC9672}"/>
              </a:ext>
            </a:extLst>
          </p:cNvPr>
          <p:cNvSpPr>
            <a:spLocks xmlns:a="http://schemas.openxmlformats.org/drawingml/2006/main" noGrp="1"/>
          </p:cNvSpPr>
          <p:nvPr/>
        </p:nvSpPr>
        <p:spPr>
          <a:xfrm xmlns:a="http://schemas.openxmlformats.org/drawingml/2006/main">
            <a:off x="1047750" y="153352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Cisco IOS/IOS XE</a:t>
            </a:r>
          </a:p>
        </p:txBody>
      </p:sp>
      <p:sp>
        <p:nvSpPr>
          <p:cNvPr id="15" name="main-arrow-0">
            <a:extLst xmlns:a="http://schemas.openxmlformats.org/drawingml/2006/main">
              <a:ext uri="{FF2B5EF4-FFF2-40B4-BE49-F238E27FC236}">
                <a16:creationId xmlns:a16="http://schemas.microsoft.com/office/drawing/2014/main" id="{F61BC115-7468-4B76-808C-6DF05FEC82A8}"/>
              </a:ext>
            </a:extLst>
          </p:cNvPr>
          <p:cNvSpPr>
            <a:spLocks xmlns:a="http://schemas.openxmlformats.org/drawingml/2006/main" noGrp="1"/>
          </p:cNvSpPr>
          <p:nvPr/>
        </p:nvSpPr>
        <p:spPr>
          <a:xfrm xmlns:a="http://schemas.openxmlformats.org/drawingml/2006/main">
            <a:off x="2400300" y="184785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16" name="main-1">
            <a:extLst xmlns:a="http://schemas.openxmlformats.org/drawingml/2006/main">
              <a:ext uri="{FF2B5EF4-FFF2-40B4-BE49-F238E27FC236}">
                <a16:creationId xmlns:a16="http://schemas.microsoft.com/office/drawing/2014/main" id="{A3649AF8-956D-4271-A2F5-F1C8634D22E5}"/>
              </a:ext>
            </a:extLst>
          </p:cNvPr>
          <p:cNvSpPr>
            <a:spLocks xmlns:a="http://schemas.openxmlformats.org/drawingml/2006/main" noGrp="1"/>
          </p:cNvSpPr>
          <p:nvPr/>
        </p:nvSpPr>
        <p:spPr>
          <a:xfrm xmlns:a="http://schemas.openxmlformats.org/drawingml/2006/main">
            <a:off x="914400" y="195262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17" name="main-label-1">
            <a:extLst xmlns:a="http://schemas.openxmlformats.org/drawingml/2006/main">
              <a:ext uri="{FF2B5EF4-FFF2-40B4-BE49-F238E27FC236}">
                <a16:creationId xmlns:a16="http://schemas.microsoft.com/office/drawing/2014/main" id="{93D4FFFA-BCB6-4CA3-8FE4-27B3316C3BD5}"/>
              </a:ext>
            </a:extLst>
          </p:cNvPr>
          <p:cNvSpPr>
            <a:spLocks xmlns:a="http://schemas.openxmlformats.org/drawingml/2006/main" noGrp="1"/>
          </p:cNvSpPr>
          <p:nvPr/>
        </p:nvSpPr>
        <p:spPr>
          <a:xfrm xmlns:a="http://schemas.openxmlformats.org/drawingml/2006/main">
            <a:off x="1047750" y="200977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SSH read-only / Netmiko</a:t>
            </a:r>
          </a:p>
        </p:txBody>
      </p:sp>
      <p:sp>
        <p:nvSpPr>
          <p:cNvPr id="18" name="main-arrow-1">
            <a:extLst xmlns:a="http://schemas.openxmlformats.org/drawingml/2006/main">
              <a:ext uri="{FF2B5EF4-FFF2-40B4-BE49-F238E27FC236}">
                <a16:creationId xmlns:a16="http://schemas.microsoft.com/office/drawing/2014/main" id="{32C812DE-DE43-441A-B033-F1BE3FFC38AA}"/>
              </a:ext>
            </a:extLst>
          </p:cNvPr>
          <p:cNvSpPr>
            <a:spLocks xmlns:a="http://schemas.openxmlformats.org/drawingml/2006/main" noGrp="1"/>
          </p:cNvSpPr>
          <p:nvPr/>
        </p:nvSpPr>
        <p:spPr>
          <a:xfrm xmlns:a="http://schemas.openxmlformats.org/drawingml/2006/main">
            <a:off x="2400300" y="232410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19" name="main-2">
            <a:extLst xmlns:a="http://schemas.openxmlformats.org/drawingml/2006/main">
              <a:ext uri="{FF2B5EF4-FFF2-40B4-BE49-F238E27FC236}">
                <a16:creationId xmlns:a16="http://schemas.microsoft.com/office/drawing/2014/main" id="{CA63A183-93DD-43D0-AF0B-D42BDD0C45D5}"/>
              </a:ext>
            </a:extLst>
          </p:cNvPr>
          <p:cNvSpPr>
            <a:spLocks xmlns:a="http://schemas.openxmlformats.org/drawingml/2006/main" noGrp="1"/>
          </p:cNvSpPr>
          <p:nvPr/>
        </p:nvSpPr>
        <p:spPr>
          <a:xfrm xmlns:a="http://schemas.openxmlformats.org/drawingml/2006/main">
            <a:off x="914400" y="242887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20" name="main-label-2">
            <a:extLst xmlns:a="http://schemas.openxmlformats.org/drawingml/2006/main">
              <a:ext uri="{FF2B5EF4-FFF2-40B4-BE49-F238E27FC236}">
                <a16:creationId xmlns:a16="http://schemas.microsoft.com/office/drawing/2014/main" id="{C9A2D275-0DA2-44E3-96FA-9C41D6986888}"/>
              </a:ext>
            </a:extLst>
          </p:cNvPr>
          <p:cNvSpPr>
            <a:spLocks xmlns:a="http://schemas.openxmlformats.org/drawingml/2006/main" noGrp="1"/>
          </p:cNvSpPr>
          <p:nvPr/>
        </p:nvSpPr>
        <p:spPr>
          <a:xfrm xmlns:a="http://schemas.openxmlformats.org/drawingml/2006/main">
            <a:off x="1047750" y="248602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Evidencias</a:t>
            </a:r>
          </a:p>
        </p:txBody>
      </p:sp>
      <p:sp>
        <p:nvSpPr>
          <p:cNvPr id="21" name="main-arrow-2">
            <a:extLst xmlns:a="http://schemas.openxmlformats.org/drawingml/2006/main">
              <a:ext uri="{FF2B5EF4-FFF2-40B4-BE49-F238E27FC236}">
                <a16:creationId xmlns:a16="http://schemas.microsoft.com/office/drawing/2014/main" id="{D01BDB31-D076-4EA5-9A0C-B79E5C96EEF5}"/>
              </a:ext>
            </a:extLst>
          </p:cNvPr>
          <p:cNvSpPr>
            <a:spLocks xmlns:a="http://schemas.openxmlformats.org/drawingml/2006/main" noGrp="1"/>
          </p:cNvSpPr>
          <p:nvPr/>
        </p:nvSpPr>
        <p:spPr>
          <a:xfrm xmlns:a="http://schemas.openxmlformats.org/drawingml/2006/main">
            <a:off x="2400300" y="280035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22" name="main-3">
            <a:extLst xmlns:a="http://schemas.openxmlformats.org/drawingml/2006/main">
              <a:ext uri="{FF2B5EF4-FFF2-40B4-BE49-F238E27FC236}">
                <a16:creationId xmlns:a16="http://schemas.microsoft.com/office/drawing/2014/main" id="{9D912628-2266-4D39-9FFB-952FF17A6D1B}"/>
              </a:ext>
            </a:extLst>
          </p:cNvPr>
          <p:cNvSpPr>
            <a:spLocks xmlns:a="http://schemas.openxmlformats.org/drawingml/2006/main" noGrp="1"/>
          </p:cNvSpPr>
          <p:nvPr/>
        </p:nvSpPr>
        <p:spPr>
          <a:xfrm xmlns:a="http://schemas.openxmlformats.org/drawingml/2006/main">
            <a:off x="914400" y="290512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23" name="main-label-3">
            <a:extLst xmlns:a="http://schemas.openxmlformats.org/drawingml/2006/main">
              <a:ext uri="{FF2B5EF4-FFF2-40B4-BE49-F238E27FC236}">
                <a16:creationId xmlns:a16="http://schemas.microsoft.com/office/drawing/2014/main" id="{4275DCEE-44B4-4930-B472-01CAB2707A48}"/>
              </a:ext>
            </a:extLst>
          </p:cNvPr>
          <p:cNvSpPr>
            <a:spLocks xmlns:a="http://schemas.openxmlformats.org/drawingml/2006/main" noGrp="1"/>
          </p:cNvSpPr>
          <p:nvPr/>
        </p:nvSpPr>
        <p:spPr>
          <a:xfrm xmlns:a="http://schemas.openxmlformats.org/drawingml/2006/main">
            <a:off x="1047750" y="296227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E8EEF7"/>
                </a:solidFill>
              </a:defRPr>
            </a:defPPr>
            <a:lvl1pPr algn="ctr">
              <a:defRPr sz="1425" b="0">
                <a:solidFill>
                  <a:srgbClr val="E8EEF7"/>
                </a:solidFill>
              </a:defRPr>
            </a:lvl1pPr>
            <a:lvl2pPr algn="ctr">
              <a:defRPr sz="1425" b="0">
                <a:solidFill>
                  <a:srgbClr val="E8EEF7"/>
                </a:solidFill>
              </a:defRPr>
            </a:lvl2pPr>
            <a:lvl3pPr algn="ctr">
              <a:defRPr sz="1425" b="0">
                <a:solidFill>
                  <a:srgbClr val="E8EEF7"/>
                </a:solidFill>
              </a:defRPr>
            </a:lvl3pPr>
            <a:lvl4pPr algn="ctr">
              <a:defRPr sz="1425" b="0">
                <a:solidFill>
                  <a:srgbClr val="E8EEF7"/>
                </a:solidFill>
              </a:defRPr>
            </a:lvl4pPr>
            <a:lvl5pPr algn="ctr">
              <a:defRPr sz="1425" b="0">
                <a:solidFill>
                  <a:srgbClr val="E8EEF7"/>
                </a:solidFill>
              </a:defRPr>
            </a:lvl5pPr>
            <a:lvl6pPr algn="ctr">
              <a:defRPr sz="1425" b="0">
                <a:solidFill>
                  <a:srgbClr val="E8EEF7"/>
                </a:solidFill>
              </a:defRPr>
            </a:lvl6pPr>
            <a:lvl7pPr algn="ctr">
              <a:defRPr sz="1425" b="0">
                <a:solidFill>
                  <a:srgbClr val="E8EEF7"/>
                </a:solidFill>
              </a:defRPr>
            </a:lvl7pPr>
            <a:lvl8pPr algn="ctr">
              <a:defRPr sz="1425" b="0">
                <a:solidFill>
                  <a:srgbClr val="E8EEF7"/>
                </a:solidFill>
              </a:defRPr>
            </a:lvl8pPr>
            <a:lvl9pPr algn="ctr">
              <a:defRPr sz="1425" b="0">
                <a:solidFill>
                  <a:srgbClr val="E8EEF7"/>
                </a:solidFill>
              </a:defRPr>
            </a:lvl9pPr>
          </a:lstStyle>
          <a:p xmlns:a="http://schemas.openxmlformats.org/drawingml/2006/main">
            <a:pPr algn="ctr">
              <a:defRPr sz="1425" b="0">
                <a:solidFill>
                  <a:srgbClr val="E8EEF7"/>
                </a:solidFill>
              </a:defRPr>
            </a:pPr>
            <a:r>
              <a:rPr sz="1425" b="0">
                <a:solidFill>
                  <a:srgbClr val="E8EEF7"/>
                </a:solidFill>
              </a:rPr>
              <a:t>CiscoConfParse + TextFSM</a:t>
            </a:r>
          </a:p>
        </p:txBody>
      </p:sp>
      <p:sp>
        <p:nvSpPr>
          <p:cNvPr id="24" name="main-arrow-3">
            <a:extLst xmlns:a="http://schemas.openxmlformats.org/drawingml/2006/main">
              <a:ext uri="{FF2B5EF4-FFF2-40B4-BE49-F238E27FC236}">
                <a16:creationId xmlns:a16="http://schemas.microsoft.com/office/drawing/2014/main" id="{24890CFB-3142-42AB-8941-B2FB236B4D6E}"/>
              </a:ext>
            </a:extLst>
          </p:cNvPr>
          <p:cNvSpPr>
            <a:spLocks xmlns:a="http://schemas.openxmlformats.org/drawingml/2006/main" noGrp="1"/>
          </p:cNvSpPr>
          <p:nvPr/>
        </p:nvSpPr>
        <p:spPr>
          <a:xfrm xmlns:a="http://schemas.openxmlformats.org/drawingml/2006/main">
            <a:off x="2400300" y="327660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25" name="main-4">
            <a:extLst xmlns:a="http://schemas.openxmlformats.org/drawingml/2006/main">
              <a:ext uri="{FF2B5EF4-FFF2-40B4-BE49-F238E27FC236}">
                <a16:creationId xmlns:a16="http://schemas.microsoft.com/office/drawing/2014/main" id="{6377CF31-B4BD-4BC4-9066-5B3E36E3EACD}"/>
              </a:ext>
            </a:extLst>
          </p:cNvPr>
          <p:cNvSpPr>
            <a:spLocks xmlns:a="http://schemas.openxmlformats.org/drawingml/2006/main" noGrp="1"/>
          </p:cNvSpPr>
          <p:nvPr/>
        </p:nvSpPr>
        <p:spPr>
          <a:xfrm xmlns:a="http://schemas.openxmlformats.org/drawingml/2006/main">
            <a:off x="914400" y="3381375"/>
            <a:ext cx="3143250" cy="361950"/>
          </a:xfrm>
          <a:prstGeom xmlns:a="http://schemas.openxmlformats.org/drawingml/2006/main" prst="roundRect">
            <a:avLst>
              <a:gd name="adj" fmla="val 21053"/>
            </a:avLst>
          </a:prstGeom>
          <a:solidFill xmlns:a="http://schemas.openxmlformats.org/drawingml/2006/main">
            <a:srgbClr val="1B3E50"/>
          </a:solidFill>
          <a:ln xmlns:a="http://schemas.openxmlformats.org/drawingml/2006/main" w="9525">
            <a:solidFill>
              <a:srgbClr val="263B55"/>
            </a:solidFill>
          </a:ln>
        </p:spPr>
      </p:sp>
      <p:sp>
        <p:nvSpPr>
          <p:cNvPr id="26" name="main-label-4">
            <a:extLst xmlns:a="http://schemas.openxmlformats.org/drawingml/2006/main">
              <a:ext uri="{FF2B5EF4-FFF2-40B4-BE49-F238E27FC236}">
                <a16:creationId xmlns:a16="http://schemas.microsoft.com/office/drawing/2014/main" id="{B947FAE4-1948-4D0D-B0F9-66AAEC981400}"/>
              </a:ext>
            </a:extLst>
          </p:cNvPr>
          <p:cNvSpPr>
            <a:spLocks xmlns:a="http://schemas.openxmlformats.org/drawingml/2006/main" noGrp="1"/>
          </p:cNvSpPr>
          <p:nvPr/>
        </p:nvSpPr>
        <p:spPr>
          <a:xfrm xmlns:a="http://schemas.openxmlformats.org/drawingml/2006/main">
            <a:off x="1047750" y="343852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1">
                <a:solidFill>
                  <a:srgbClr val="58C6E4"/>
                </a:solidFill>
              </a:defRPr>
            </a:defPPr>
            <a:lvl1pPr algn="ctr">
              <a:defRPr sz="1500" b="1">
                <a:solidFill>
                  <a:srgbClr val="58C6E4"/>
                </a:solidFill>
              </a:defRPr>
            </a:lvl1pPr>
            <a:lvl2pPr algn="ctr">
              <a:defRPr sz="1500" b="1">
                <a:solidFill>
                  <a:srgbClr val="58C6E4"/>
                </a:solidFill>
              </a:defRPr>
            </a:lvl2pPr>
            <a:lvl3pPr algn="ctr">
              <a:defRPr sz="1500" b="1">
                <a:solidFill>
                  <a:srgbClr val="58C6E4"/>
                </a:solidFill>
              </a:defRPr>
            </a:lvl3pPr>
            <a:lvl4pPr algn="ctr">
              <a:defRPr sz="1500" b="1">
                <a:solidFill>
                  <a:srgbClr val="58C6E4"/>
                </a:solidFill>
              </a:defRPr>
            </a:lvl4pPr>
            <a:lvl5pPr algn="ctr">
              <a:defRPr sz="1500" b="1">
                <a:solidFill>
                  <a:srgbClr val="58C6E4"/>
                </a:solidFill>
              </a:defRPr>
            </a:lvl5pPr>
            <a:lvl6pPr algn="ctr">
              <a:defRPr sz="1500" b="1">
                <a:solidFill>
                  <a:srgbClr val="58C6E4"/>
                </a:solidFill>
              </a:defRPr>
            </a:lvl6pPr>
            <a:lvl7pPr algn="ctr">
              <a:defRPr sz="1500" b="1">
                <a:solidFill>
                  <a:srgbClr val="58C6E4"/>
                </a:solidFill>
              </a:defRPr>
            </a:lvl7pPr>
            <a:lvl8pPr algn="ctr">
              <a:defRPr sz="1500" b="1">
                <a:solidFill>
                  <a:srgbClr val="58C6E4"/>
                </a:solidFill>
              </a:defRPr>
            </a:lvl8pPr>
            <a:lvl9pPr algn="ctr">
              <a:defRPr sz="1500" b="1">
                <a:solidFill>
                  <a:srgbClr val="58C6E4"/>
                </a:solidFill>
              </a:defRPr>
            </a:lvl9pPr>
          </a:lstStyle>
          <a:p xmlns:a="http://schemas.openxmlformats.org/drawingml/2006/main">
            <a:pPr algn="ctr">
              <a:defRPr sz="1500" b="1">
                <a:solidFill>
                  <a:srgbClr val="58C6E4"/>
                </a:solidFill>
              </a:defRPr>
            </a:pPr>
            <a:r>
              <a:rPr sz="1500" b="1">
                <a:solidFill>
                  <a:srgbClr val="58C6E4"/>
                </a:solidFill>
              </a:rPr>
              <a:t>MOTOR DETERMINISTA</a:t>
            </a:r>
          </a:p>
        </p:txBody>
      </p:sp>
      <p:sp>
        <p:nvSpPr>
          <p:cNvPr id="27" name="main-arrow-4">
            <a:extLst xmlns:a="http://schemas.openxmlformats.org/drawingml/2006/main">
              <a:ext uri="{FF2B5EF4-FFF2-40B4-BE49-F238E27FC236}">
                <a16:creationId xmlns:a16="http://schemas.microsoft.com/office/drawing/2014/main" id="{8AA376A6-844B-4017-91C3-C56C5DAB67AE}"/>
              </a:ext>
            </a:extLst>
          </p:cNvPr>
          <p:cNvSpPr>
            <a:spLocks xmlns:a="http://schemas.openxmlformats.org/drawingml/2006/main" noGrp="1"/>
          </p:cNvSpPr>
          <p:nvPr/>
        </p:nvSpPr>
        <p:spPr>
          <a:xfrm xmlns:a="http://schemas.openxmlformats.org/drawingml/2006/main">
            <a:off x="2400300" y="375285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28" name="main-5">
            <a:extLst xmlns:a="http://schemas.openxmlformats.org/drawingml/2006/main">
              <a:ext uri="{FF2B5EF4-FFF2-40B4-BE49-F238E27FC236}">
                <a16:creationId xmlns:a16="http://schemas.microsoft.com/office/drawing/2014/main" id="{DE28D397-AD79-4260-8D87-CBEEA5775AAD}"/>
              </a:ext>
            </a:extLst>
          </p:cNvPr>
          <p:cNvSpPr>
            <a:spLocks xmlns:a="http://schemas.openxmlformats.org/drawingml/2006/main" noGrp="1"/>
          </p:cNvSpPr>
          <p:nvPr/>
        </p:nvSpPr>
        <p:spPr>
          <a:xfrm xmlns:a="http://schemas.openxmlformats.org/drawingml/2006/main">
            <a:off x="914400" y="385762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29" name="main-label-5">
            <a:extLst xmlns:a="http://schemas.openxmlformats.org/drawingml/2006/main">
              <a:ext uri="{FF2B5EF4-FFF2-40B4-BE49-F238E27FC236}">
                <a16:creationId xmlns:a16="http://schemas.microsoft.com/office/drawing/2014/main" id="{819EC381-DE02-46FC-8B51-EB5E00848648}"/>
              </a:ext>
            </a:extLst>
          </p:cNvPr>
          <p:cNvSpPr>
            <a:spLocks xmlns:a="http://schemas.openxmlformats.org/drawingml/2006/main" noGrp="1"/>
          </p:cNvSpPr>
          <p:nvPr/>
        </p:nvSpPr>
        <p:spPr>
          <a:xfrm xmlns:a="http://schemas.openxmlformats.org/drawingml/2006/main">
            <a:off x="1047750" y="391477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Rule Evaluations</a:t>
            </a:r>
          </a:p>
        </p:txBody>
      </p:sp>
      <p:sp>
        <p:nvSpPr>
          <p:cNvPr id="30" name="main-arrow-5">
            <a:extLst xmlns:a="http://schemas.openxmlformats.org/drawingml/2006/main">
              <a:ext uri="{FF2B5EF4-FFF2-40B4-BE49-F238E27FC236}">
                <a16:creationId xmlns:a16="http://schemas.microsoft.com/office/drawing/2014/main" id="{C7DD4E75-ED73-46AB-85D8-7945B4BAF5BC}"/>
              </a:ext>
            </a:extLst>
          </p:cNvPr>
          <p:cNvSpPr>
            <a:spLocks xmlns:a="http://schemas.openxmlformats.org/drawingml/2006/main" noGrp="1"/>
          </p:cNvSpPr>
          <p:nvPr/>
        </p:nvSpPr>
        <p:spPr>
          <a:xfrm xmlns:a="http://schemas.openxmlformats.org/drawingml/2006/main">
            <a:off x="2400300" y="422910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31" name="main-6">
            <a:extLst xmlns:a="http://schemas.openxmlformats.org/drawingml/2006/main">
              <a:ext uri="{FF2B5EF4-FFF2-40B4-BE49-F238E27FC236}">
                <a16:creationId xmlns:a16="http://schemas.microsoft.com/office/drawing/2014/main" id="{829AEAE2-553C-440D-AC8D-E36DBE8E98F5}"/>
              </a:ext>
            </a:extLst>
          </p:cNvPr>
          <p:cNvSpPr>
            <a:spLocks xmlns:a="http://schemas.openxmlformats.org/drawingml/2006/main" noGrp="1"/>
          </p:cNvSpPr>
          <p:nvPr/>
        </p:nvSpPr>
        <p:spPr>
          <a:xfrm xmlns:a="http://schemas.openxmlformats.org/drawingml/2006/main">
            <a:off x="914400" y="433387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32" name="main-label-6">
            <a:extLst xmlns:a="http://schemas.openxmlformats.org/drawingml/2006/main">
              <a:ext uri="{FF2B5EF4-FFF2-40B4-BE49-F238E27FC236}">
                <a16:creationId xmlns:a16="http://schemas.microsoft.com/office/drawing/2014/main" id="{0E21ED79-0370-45C2-AC26-497CDE5F2733}"/>
              </a:ext>
            </a:extLst>
          </p:cNvPr>
          <p:cNvSpPr>
            <a:spLocks xmlns:a="http://schemas.openxmlformats.org/drawingml/2006/main" noGrp="1"/>
          </p:cNvSpPr>
          <p:nvPr/>
        </p:nvSpPr>
        <p:spPr>
          <a:xfrm xmlns:a="http://schemas.openxmlformats.org/drawingml/2006/main">
            <a:off x="1047750" y="439102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Findings</a:t>
            </a:r>
          </a:p>
        </p:txBody>
      </p:sp>
      <p:sp>
        <p:nvSpPr>
          <p:cNvPr id="33" name="main-arrow-6">
            <a:extLst xmlns:a="http://schemas.openxmlformats.org/drawingml/2006/main">
              <a:ext uri="{FF2B5EF4-FFF2-40B4-BE49-F238E27FC236}">
                <a16:creationId xmlns:a16="http://schemas.microsoft.com/office/drawing/2014/main" id="{C7348025-B28A-4A1B-A94A-6E11F580BB03}"/>
              </a:ext>
            </a:extLst>
          </p:cNvPr>
          <p:cNvSpPr>
            <a:spLocks xmlns:a="http://schemas.openxmlformats.org/drawingml/2006/main" noGrp="1"/>
          </p:cNvSpPr>
          <p:nvPr/>
        </p:nvSpPr>
        <p:spPr>
          <a:xfrm xmlns:a="http://schemas.openxmlformats.org/drawingml/2006/main">
            <a:off x="2400300" y="470535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34" name="main-7">
            <a:extLst xmlns:a="http://schemas.openxmlformats.org/drawingml/2006/main">
              <a:ext uri="{FF2B5EF4-FFF2-40B4-BE49-F238E27FC236}">
                <a16:creationId xmlns:a16="http://schemas.microsoft.com/office/drawing/2014/main" id="{CEFB0644-7C8B-4C5C-960C-8476A915101B}"/>
              </a:ext>
            </a:extLst>
          </p:cNvPr>
          <p:cNvSpPr>
            <a:spLocks xmlns:a="http://schemas.openxmlformats.org/drawingml/2006/main" noGrp="1"/>
          </p:cNvSpPr>
          <p:nvPr/>
        </p:nvSpPr>
        <p:spPr>
          <a:xfrm xmlns:a="http://schemas.openxmlformats.org/drawingml/2006/main">
            <a:off x="914400" y="481012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35" name="main-label-7">
            <a:extLst xmlns:a="http://schemas.openxmlformats.org/drawingml/2006/main">
              <a:ext uri="{FF2B5EF4-FFF2-40B4-BE49-F238E27FC236}">
                <a16:creationId xmlns:a16="http://schemas.microsoft.com/office/drawing/2014/main" id="{1FDDE918-1B90-4D55-B2DD-DD1B0CE1D61F}"/>
              </a:ext>
            </a:extLst>
          </p:cNvPr>
          <p:cNvSpPr>
            <a:spLocks xmlns:a="http://schemas.openxmlformats.org/drawingml/2006/main" noGrp="1"/>
          </p:cNvSpPr>
          <p:nvPr/>
        </p:nvSpPr>
        <p:spPr>
          <a:xfrm xmlns:a="http://schemas.openxmlformats.org/drawingml/2006/main">
            <a:off x="1047750" y="486727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FastAPI</a:t>
            </a:r>
          </a:p>
        </p:txBody>
      </p:sp>
      <p:sp>
        <p:nvSpPr>
          <p:cNvPr id="36" name="main-arrow-7">
            <a:extLst xmlns:a="http://schemas.openxmlformats.org/drawingml/2006/main">
              <a:ext uri="{FF2B5EF4-FFF2-40B4-BE49-F238E27FC236}">
                <a16:creationId xmlns:a16="http://schemas.microsoft.com/office/drawing/2014/main" id="{39C54B7C-D4CB-47AC-A2E7-99EF55666099}"/>
              </a:ext>
            </a:extLst>
          </p:cNvPr>
          <p:cNvSpPr>
            <a:spLocks xmlns:a="http://schemas.openxmlformats.org/drawingml/2006/main" noGrp="1"/>
          </p:cNvSpPr>
          <p:nvPr/>
        </p:nvSpPr>
        <p:spPr>
          <a:xfrm xmlns:a="http://schemas.openxmlformats.org/drawingml/2006/main">
            <a:off x="2400300" y="5181600"/>
            <a:ext cx="161925" cy="95250"/>
          </a:xfrm>
          <a:prstGeom xmlns:a="http://schemas.openxmlformats.org/drawingml/2006/main" prst="downArrow">
            <a:avLst/>
          </a:prstGeom>
          <a:solidFill xmlns:a="http://schemas.openxmlformats.org/drawingml/2006/main">
            <a:srgbClr val="5A9CF2"/>
          </a:solidFill>
          <a:ln xmlns:a="http://schemas.openxmlformats.org/drawingml/2006/main" w="0">
            <a:noFill/>
          </a:ln>
        </p:spPr>
      </p:sp>
      <p:sp>
        <p:nvSpPr>
          <p:cNvPr id="37" name="main-8">
            <a:extLst xmlns:a="http://schemas.openxmlformats.org/drawingml/2006/main">
              <a:ext uri="{FF2B5EF4-FFF2-40B4-BE49-F238E27FC236}">
                <a16:creationId xmlns:a16="http://schemas.microsoft.com/office/drawing/2014/main" id="{A33CDE6B-1964-489B-BB56-35802FABA6A4}"/>
              </a:ext>
            </a:extLst>
          </p:cNvPr>
          <p:cNvSpPr>
            <a:spLocks xmlns:a="http://schemas.openxmlformats.org/drawingml/2006/main" noGrp="1"/>
          </p:cNvSpPr>
          <p:nvPr/>
        </p:nvSpPr>
        <p:spPr>
          <a:xfrm xmlns:a="http://schemas.openxmlformats.org/drawingml/2006/main">
            <a:off x="914400" y="5286375"/>
            <a:ext cx="3143250" cy="361950"/>
          </a:xfrm>
          <a:prstGeom xmlns:a="http://schemas.openxmlformats.org/drawingml/2006/main" prst="roundRect">
            <a:avLst>
              <a:gd name="adj" fmla="val 21053"/>
            </a:avLst>
          </a:prstGeom>
          <a:solidFill xmlns:a="http://schemas.openxmlformats.org/drawingml/2006/main">
            <a:srgbClr val="132137"/>
          </a:solidFill>
          <a:ln xmlns:a="http://schemas.openxmlformats.org/drawingml/2006/main" w="9525">
            <a:solidFill>
              <a:srgbClr val="263B55"/>
            </a:solidFill>
          </a:ln>
        </p:spPr>
      </p:sp>
      <p:sp>
        <p:nvSpPr>
          <p:cNvPr id="38" name="main-label-8">
            <a:extLst xmlns:a="http://schemas.openxmlformats.org/drawingml/2006/main">
              <a:ext uri="{FF2B5EF4-FFF2-40B4-BE49-F238E27FC236}">
                <a16:creationId xmlns:a16="http://schemas.microsoft.com/office/drawing/2014/main" id="{D6EC3A7C-91A1-46A3-B17E-70D6FB0B329D}"/>
              </a:ext>
            </a:extLst>
          </p:cNvPr>
          <p:cNvSpPr>
            <a:spLocks xmlns:a="http://schemas.openxmlformats.org/drawingml/2006/main" noGrp="1"/>
          </p:cNvSpPr>
          <p:nvPr/>
        </p:nvSpPr>
        <p:spPr>
          <a:xfrm xmlns:a="http://schemas.openxmlformats.org/drawingml/2006/main">
            <a:off x="1047750" y="5343525"/>
            <a:ext cx="2876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Streamlit</a:t>
            </a:r>
          </a:p>
        </p:txBody>
      </p:sp>
      <p:sp>
        <p:nvSpPr>
          <p:cNvPr id="39" name="architecture-metric-0">
            <a:extLst xmlns:a="http://schemas.openxmlformats.org/drawingml/2006/main">
              <a:ext uri="{FF2B5EF4-FFF2-40B4-BE49-F238E27FC236}">
                <a16:creationId xmlns:a16="http://schemas.microsoft.com/office/drawing/2014/main" id="{2B5236C8-6241-45F8-BB46-3257E6179397}"/>
              </a:ext>
            </a:extLst>
          </p:cNvPr>
          <p:cNvSpPr>
            <a:spLocks xmlns:a="http://schemas.openxmlformats.org/drawingml/2006/main" noGrp="1"/>
          </p:cNvSpPr>
          <p:nvPr/>
        </p:nvSpPr>
        <p:spPr>
          <a:xfrm xmlns:a="http://schemas.openxmlformats.org/drawingml/2006/main">
            <a:off x="5238750" y="1504950"/>
            <a:ext cx="1924050" cy="1028700"/>
          </a:xfrm>
          <a:prstGeom xmlns:a="http://schemas.openxmlformats.org/drawingml/2006/main" prst="roundRect">
            <a:avLst>
              <a:gd name="adj" fmla="val 7407"/>
            </a:avLst>
          </a:prstGeom>
          <a:solidFill xmlns:a="http://schemas.openxmlformats.org/drawingml/2006/main">
            <a:srgbClr val="132137"/>
          </a:solidFill>
          <a:ln xmlns:a="http://schemas.openxmlformats.org/drawingml/2006/main" w="9525">
            <a:solidFill>
              <a:srgbClr val="263B55"/>
            </a:solidFill>
          </a:ln>
        </p:spPr>
      </p:sp>
      <p:sp>
        <p:nvSpPr>
          <p:cNvPr id="40" name="metric-number-0">
            <a:extLst xmlns:a="http://schemas.openxmlformats.org/drawingml/2006/main">
              <a:ext uri="{FF2B5EF4-FFF2-40B4-BE49-F238E27FC236}">
                <a16:creationId xmlns:a16="http://schemas.microsoft.com/office/drawing/2014/main" id="{2174BE43-1850-4D40-9520-8A107B44C9F1}"/>
              </a:ext>
            </a:extLst>
          </p:cNvPr>
          <p:cNvSpPr>
            <a:spLocks xmlns:a="http://schemas.openxmlformats.org/drawingml/2006/main" noGrp="1"/>
          </p:cNvSpPr>
          <p:nvPr/>
        </p:nvSpPr>
        <p:spPr>
          <a:xfrm xmlns:a="http://schemas.openxmlformats.org/drawingml/2006/main">
            <a:off x="5410200" y="1666875"/>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58C6E4"/>
                </a:solidFill>
              </a:defRPr>
            </a:defPPr>
            <a:lvl1pPr algn="l">
              <a:defRPr sz="2550" b="1">
                <a:solidFill>
                  <a:srgbClr val="58C6E4"/>
                </a:solidFill>
              </a:defRPr>
            </a:lvl1pPr>
            <a:lvl2pPr algn="l">
              <a:defRPr sz="2550" b="1">
                <a:solidFill>
                  <a:srgbClr val="58C6E4"/>
                </a:solidFill>
              </a:defRPr>
            </a:lvl2pPr>
            <a:lvl3pPr algn="l">
              <a:defRPr sz="2550" b="1">
                <a:solidFill>
                  <a:srgbClr val="58C6E4"/>
                </a:solidFill>
              </a:defRPr>
            </a:lvl3pPr>
            <a:lvl4pPr algn="l">
              <a:defRPr sz="2550" b="1">
                <a:solidFill>
                  <a:srgbClr val="58C6E4"/>
                </a:solidFill>
              </a:defRPr>
            </a:lvl4pPr>
            <a:lvl5pPr algn="l">
              <a:defRPr sz="2550" b="1">
                <a:solidFill>
                  <a:srgbClr val="58C6E4"/>
                </a:solidFill>
              </a:defRPr>
            </a:lvl5pPr>
            <a:lvl6pPr algn="l">
              <a:defRPr sz="2550" b="1">
                <a:solidFill>
                  <a:srgbClr val="58C6E4"/>
                </a:solidFill>
              </a:defRPr>
            </a:lvl6pPr>
            <a:lvl7pPr algn="l">
              <a:defRPr sz="2550" b="1">
                <a:solidFill>
                  <a:srgbClr val="58C6E4"/>
                </a:solidFill>
              </a:defRPr>
            </a:lvl7pPr>
            <a:lvl8pPr algn="l">
              <a:defRPr sz="2550" b="1">
                <a:solidFill>
                  <a:srgbClr val="58C6E4"/>
                </a:solidFill>
              </a:defRPr>
            </a:lvl8pPr>
            <a:lvl9pPr algn="l">
              <a:defRPr sz="2550" b="1">
                <a:solidFill>
                  <a:srgbClr val="58C6E4"/>
                </a:solidFill>
              </a:defRPr>
            </a:lvl9pPr>
          </a:lstStyle>
          <a:p xmlns:a="http://schemas.openxmlformats.org/drawingml/2006/main">
            <a:pPr algn="l">
              <a:defRPr sz="2550" b="1">
                <a:solidFill>
                  <a:srgbClr val="58C6E4"/>
                </a:solidFill>
              </a:defRPr>
            </a:pPr>
            <a:r>
              <a:rPr sz="2550" b="1">
                <a:solidFill>
                  <a:srgbClr val="58C6E4"/>
                </a:solidFill>
              </a:rPr>
              <a:t>21</a:t>
            </a:r>
          </a:p>
        </p:txBody>
      </p:sp>
      <p:sp>
        <p:nvSpPr>
          <p:cNvPr id="41" name="metric-label-0">
            <a:extLst xmlns:a="http://schemas.openxmlformats.org/drawingml/2006/main">
              <a:ext uri="{FF2B5EF4-FFF2-40B4-BE49-F238E27FC236}">
                <a16:creationId xmlns:a16="http://schemas.microsoft.com/office/drawing/2014/main" id="{534926B3-02BE-493A-B5EB-9D1D958C19BE}"/>
              </a:ext>
            </a:extLst>
          </p:cNvPr>
          <p:cNvSpPr>
            <a:spLocks xmlns:a="http://schemas.openxmlformats.org/drawingml/2006/main" noGrp="1"/>
          </p:cNvSpPr>
          <p:nvPr/>
        </p:nvSpPr>
        <p:spPr>
          <a:xfrm xmlns:a="http://schemas.openxmlformats.org/drawingml/2006/main">
            <a:off x="5410200" y="2143125"/>
            <a:ext cx="158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reglas integrales</a:t>
            </a:r>
          </a:p>
        </p:txBody>
      </p:sp>
      <p:sp>
        <p:nvSpPr>
          <p:cNvPr id="42" name="architecture-metric-1">
            <a:extLst xmlns:a="http://schemas.openxmlformats.org/drawingml/2006/main">
              <a:ext uri="{FF2B5EF4-FFF2-40B4-BE49-F238E27FC236}">
                <a16:creationId xmlns:a16="http://schemas.microsoft.com/office/drawing/2014/main" id="{DC270D0C-05C0-46A7-B659-85E3412F4CF4}"/>
              </a:ext>
            </a:extLst>
          </p:cNvPr>
          <p:cNvSpPr>
            <a:spLocks xmlns:a="http://schemas.openxmlformats.org/drawingml/2006/main" noGrp="1"/>
          </p:cNvSpPr>
          <p:nvPr/>
        </p:nvSpPr>
        <p:spPr>
          <a:xfrm xmlns:a="http://schemas.openxmlformats.org/drawingml/2006/main">
            <a:off x="7353300" y="1504950"/>
            <a:ext cx="1924050" cy="1028700"/>
          </a:xfrm>
          <a:prstGeom xmlns:a="http://schemas.openxmlformats.org/drawingml/2006/main" prst="roundRect">
            <a:avLst>
              <a:gd name="adj" fmla="val 7407"/>
            </a:avLst>
          </a:prstGeom>
          <a:solidFill xmlns:a="http://schemas.openxmlformats.org/drawingml/2006/main">
            <a:srgbClr val="132137"/>
          </a:solidFill>
          <a:ln xmlns:a="http://schemas.openxmlformats.org/drawingml/2006/main" w="9525">
            <a:solidFill>
              <a:srgbClr val="263B55"/>
            </a:solidFill>
          </a:ln>
        </p:spPr>
      </p:sp>
      <p:sp>
        <p:nvSpPr>
          <p:cNvPr id="43" name="metric-number-1">
            <a:extLst xmlns:a="http://schemas.openxmlformats.org/drawingml/2006/main">
              <a:ext uri="{FF2B5EF4-FFF2-40B4-BE49-F238E27FC236}">
                <a16:creationId xmlns:a16="http://schemas.microsoft.com/office/drawing/2014/main" id="{3C936581-7976-47FF-915B-B6671463F556}"/>
              </a:ext>
            </a:extLst>
          </p:cNvPr>
          <p:cNvSpPr>
            <a:spLocks xmlns:a="http://schemas.openxmlformats.org/drawingml/2006/main" noGrp="1"/>
          </p:cNvSpPr>
          <p:nvPr/>
        </p:nvSpPr>
        <p:spPr>
          <a:xfrm xmlns:a="http://schemas.openxmlformats.org/drawingml/2006/main">
            <a:off x="7524750" y="1666875"/>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58C6E4"/>
                </a:solidFill>
              </a:defRPr>
            </a:defPPr>
            <a:lvl1pPr algn="l">
              <a:defRPr sz="2550" b="1">
                <a:solidFill>
                  <a:srgbClr val="58C6E4"/>
                </a:solidFill>
              </a:defRPr>
            </a:lvl1pPr>
            <a:lvl2pPr algn="l">
              <a:defRPr sz="2550" b="1">
                <a:solidFill>
                  <a:srgbClr val="58C6E4"/>
                </a:solidFill>
              </a:defRPr>
            </a:lvl2pPr>
            <a:lvl3pPr algn="l">
              <a:defRPr sz="2550" b="1">
                <a:solidFill>
                  <a:srgbClr val="58C6E4"/>
                </a:solidFill>
              </a:defRPr>
            </a:lvl3pPr>
            <a:lvl4pPr algn="l">
              <a:defRPr sz="2550" b="1">
                <a:solidFill>
                  <a:srgbClr val="58C6E4"/>
                </a:solidFill>
              </a:defRPr>
            </a:lvl4pPr>
            <a:lvl5pPr algn="l">
              <a:defRPr sz="2550" b="1">
                <a:solidFill>
                  <a:srgbClr val="58C6E4"/>
                </a:solidFill>
              </a:defRPr>
            </a:lvl5pPr>
            <a:lvl6pPr algn="l">
              <a:defRPr sz="2550" b="1">
                <a:solidFill>
                  <a:srgbClr val="58C6E4"/>
                </a:solidFill>
              </a:defRPr>
            </a:lvl6pPr>
            <a:lvl7pPr algn="l">
              <a:defRPr sz="2550" b="1">
                <a:solidFill>
                  <a:srgbClr val="58C6E4"/>
                </a:solidFill>
              </a:defRPr>
            </a:lvl7pPr>
            <a:lvl8pPr algn="l">
              <a:defRPr sz="2550" b="1">
                <a:solidFill>
                  <a:srgbClr val="58C6E4"/>
                </a:solidFill>
              </a:defRPr>
            </a:lvl8pPr>
            <a:lvl9pPr algn="l">
              <a:defRPr sz="2550" b="1">
                <a:solidFill>
                  <a:srgbClr val="58C6E4"/>
                </a:solidFill>
              </a:defRPr>
            </a:lvl9pPr>
          </a:lstStyle>
          <a:p xmlns:a="http://schemas.openxmlformats.org/drawingml/2006/main">
            <a:pPr algn="l">
              <a:defRPr sz="2550" b="1">
                <a:solidFill>
                  <a:srgbClr val="58C6E4"/>
                </a:solidFill>
              </a:defRPr>
            </a:pPr>
            <a:r>
              <a:rPr sz="2550" b="1">
                <a:solidFill>
                  <a:srgbClr val="58C6E4"/>
                </a:solidFill>
              </a:rPr>
              <a:t>14</a:t>
            </a:r>
          </a:p>
        </p:txBody>
      </p:sp>
      <p:sp>
        <p:nvSpPr>
          <p:cNvPr id="44" name="metric-label-1">
            <a:extLst xmlns:a="http://schemas.openxmlformats.org/drawingml/2006/main">
              <a:ext uri="{FF2B5EF4-FFF2-40B4-BE49-F238E27FC236}">
                <a16:creationId xmlns:a16="http://schemas.microsoft.com/office/drawing/2014/main" id="{CC75825D-43B8-4C4F-A0DC-A59923A9BE2C}"/>
              </a:ext>
            </a:extLst>
          </p:cNvPr>
          <p:cNvSpPr>
            <a:spLocks xmlns:a="http://schemas.openxmlformats.org/drawingml/2006/main" noGrp="1"/>
          </p:cNvSpPr>
          <p:nvPr/>
        </p:nvSpPr>
        <p:spPr>
          <a:xfrm xmlns:a="http://schemas.openxmlformats.org/drawingml/2006/main">
            <a:off x="7524750" y="2143125"/>
            <a:ext cx="158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configuración</a:t>
            </a:r>
          </a:p>
        </p:txBody>
      </p:sp>
      <p:sp>
        <p:nvSpPr>
          <p:cNvPr id="45" name="architecture-metric-2">
            <a:extLst xmlns:a="http://schemas.openxmlformats.org/drawingml/2006/main">
              <a:ext uri="{FF2B5EF4-FFF2-40B4-BE49-F238E27FC236}">
                <a16:creationId xmlns:a16="http://schemas.microsoft.com/office/drawing/2014/main" id="{B1F983DF-BB12-42D7-B87B-E6A465CC86E4}"/>
              </a:ext>
            </a:extLst>
          </p:cNvPr>
          <p:cNvSpPr>
            <a:spLocks xmlns:a="http://schemas.openxmlformats.org/drawingml/2006/main" noGrp="1"/>
          </p:cNvSpPr>
          <p:nvPr/>
        </p:nvSpPr>
        <p:spPr>
          <a:xfrm xmlns:a="http://schemas.openxmlformats.org/drawingml/2006/main">
            <a:off x="9467850" y="1504950"/>
            <a:ext cx="1924050" cy="1028700"/>
          </a:xfrm>
          <a:prstGeom xmlns:a="http://schemas.openxmlformats.org/drawingml/2006/main" prst="roundRect">
            <a:avLst>
              <a:gd name="adj" fmla="val 7407"/>
            </a:avLst>
          </a:prstGeom>
          <a:solidFill xmlns:a="http://schemas.openxmlformats.org/drawingml/2006/main">
            <a:srgbClr val="132137"/>
          </a:solidFill>
          <a:ln xmlns:a="http://schemas.openxmlformats.org/drawingml/2006/main" w="9525">
            <a:solidFill>
              <a:srgbClr val="263B55"/>
            </a:solidFill>
          </a:ln>
        </p:spPr>
      </p:sp>
      <p:sp>
        <p:nvSpPr>
          <p:cNvPr id="46" name="metric-number-2">
            <a:extLst xmlns:a="http://schemas.openxmlformats.org/drawingml/2006/main">
              <a:ext uri="{FF2B5EF4-FFF2-40B4-BE49-F238E27FC236}">
                <a16:creationId xmlns:a16="http://schemas.microsoft.com/office/drawing/2014/main" id="{12B3268F-6FEA-4E02-BEC7-A5E37960D9E0}"/>
              </a:ext>
            </a:extLst>
          </p:cNvPr>
          <p:cNvSpPr>
            <a:spLocks xmlns:a="http://schemas.openxmlformats.org/drawingml/2006/main" noGrp="1"/>
          </p:cNvSpPr>
          <p:nvPr/>
        </p:nvSpPr>
        <p:spPr>
          <a:xfrm xmlns:a="http://schemas.openxmlformats.org/drawingml/2006/main">
            <a:off x="9639300" y="1666875"/>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58C6E4"/>
                </a:solidFill>
              </a:defRPr>
            </a:defPPr>
            <a:lvl1pPr algn="l">
              <a:defRPr sz="2550" b="1">
                <a:solidFill>
                  <a:srgbClr val="58C6E4"/>
                </a:solidFill>
              </a:defRPr>
            </a:lvl1pPr>
            <a:lvl2pPr algn="l">
              <a:defRPr sz="2550" b="1">
                <a:solidFill>
                  <a:srgbClr val="58C6E4"/>
                </a:solidFill>
              </a:defRPr>
            </a:lvl2pPr>
            <a:lvl3pPr algn="l">
              <a:defRPr sz="2550" b="1">
                <a:solidFill>
                  <a:srgbClr val="58C6E4"/>
                </a:solidFill>
              </a:defRPr>
            </a:lvl3pPr>
            <a:lvl4pPr algn="l">
              <a:defRPr sz="2550" b="1">
                <a:solidFill>
                  <a:srgbClr val="58C6E4"/>
                </a:solidFill>
              </a:defRPr>
            </a:lvl4pPr>
            <a:lvl5pPr algn="l">
              <a:defRPr sz="2550" b="1">
                <a:solidFill>
                  <a:srgbClr val="58C6E4"/>
                </a:solidFill>
              </a:defRPr>
            </a:lvl5pPr>
            <a:lvl6pPr algn="l">
              <a:defRPr sz="2550" b="1">
                <a:solidFill>
                  <a:srgbClr val="58C6E4"/>
                </a:solidFill>
              </a:defRPr>
            </a:lvl6pPr>
            <a:lvl7pPr algn="l">
              <a:defRPr sz="2550" b="1">
                <a:solidFill>
                  <a:srgbClr val="58C6E4"/>
                </a:solidFill>
              </a:defRPr>
            </a:lvl7pPr>
            <a:lvl8pPr algn="l">
              <a:defRPr sz="2550" b="1">
                <a:solidFill>
                  <a:srgbClr val="58C6E4"/>
                </a:solidFill>
              </a:defRPr>
            </a:lvl8pPr>
            <a:lvl9pPr algn="l">
              <a:defRPr sz="2550" b="1">
                <a:solidFill>
                  <a:srgbClr val="58C6E4"/>
                </a:solidFill>
              </a:defRPr>
            </a:lvl9pPr>
          </a:lstStyle>
          <a:p xmlns:a="http://schemas.openxmlformats.org/drawingml/2006/main">
            <a:pPr algn="l">
              <a:defRPr sz="2550" b="1">
                <a:solidFill>
                  <a:srgbClr val="58C6E4"/>
                </a:solidFill>
              </a:defRPr>
            </a:pPr>
            <a:r>
              <a:rPr sz="2550" b="1">
                <a:solidFill>
                  <a:srgbClr val="58C6E4"/>
                </a:solidFill>
              </a:rPr>
              <a:t>7</a:t>
            </a:r>
          </a:p>
        </p:txBody>
      </p:sp>
      <p:sp>
        <p:nvSpPr>
          <p:cNvPr id="47" name="metric-label-2">
            <a:extLst xmlns:a="http://schemas.openxmlformats.org/drawingml/2006/main">
              <a:ext uri="{FF2B5EF4-FFF2-40B4-BE49-F238E27FC236}">
                <a16:creationId xmlns:a16="http://schemas.microsoft.com/office/drawing/2014/main" id="{FB4C85EA-3D3B-46BE-85FE-2BF65BA92357}"/>
              </a:ext>
            </a:extLst>
          </p:cNvPr>
          <p:cNvSpPr>
            <a:spLocks xmlns:a="http://schemas.openxmlformats.org/drawingml/2006/main" noGrp="1"/>
          </p:cNvSpPr>
          <p:nvPr/>
        </p:nvSpPr>
        <p:spPr>
          <a:xfrm xmlns:a="http://schemas.openxmlformats.org/drawingml/2006/main">
            <a:off x="9639300" y="2143125"/>
            <a:ext cx="158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operacionales</a:t>
            </a:r>
          </a:p>
        </p:txBody>
      </p:sp>
      <p:sp>
        <p:nvSpPr>
          <p:cNvPr id="48" name="origen-findings">
            <a:extLst xmlns:a="http://schemas.openxmlformats.org/drawingml/2006/main">
              <a:ext uri="{FF2B5EF4-FFF2-40B4-BE49-F238E27FC236}">
                <a16:creationId xmlns:a16="http://schemas.microsoft.com/office/drawing/2014/main" id="{A155109B-9A4D-4959-98E6-1692A48787FA}"/>
              </a:ext>
            </a:extLst>
          </p:cNvPr>
          <p:cNvSpPr>
            <a:spLocks xmlns:a="http://schemas.openxmlformats.org/drawingml/2006/main" noGrp="1"/>
          </p:cNvSpPr>
          <p:nvPr/>
        </p:nvSpPr>
        <p:spPr>
          <a:xfrm xmlns:a="http://schemas.openxmlformats.org/drawingml/2006/main">
            <a:off x="5238750" y="2943225"/>
            <a:ext cx="634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Solo FAIL genera Findings</a:t>
            </a:r>
          </a:p>
        </p:txBody>
      </p:sp>
      <p:sp>
        <p:nvSpPr>
          <p:cNvPr id="49" name="capa-ia">
            <a:extLst xmlns:a="http://schemas.openxmlformats.org/drawingml/2006/main">
              <a:ext uri="{FF2B5EF4-FFF2-40B4-BE49-F238E27FC236}">
                <a16:creationId xmlns:a16="http://schemas.microsoft.com/office/drawing/2014/main" id="{7209B67F-B547-4330-AF98-8FB9EBABEC91}"/>
              </a:ext>
            </a:extLst>
          </p:cNvPr>
          <p:cNvSpPr>
            <a:spLocks xmlns:a="http://schemas.openxmlformats.org/drawingml/2006/main" noGrp="1"/>
          </p:cNvSpPr>
          <p:nvPr/>
        </p:nvSpPr>
        <p:spPr>
          <a:xfrm xmlns:a="http://schemas.openxmlformats.org/drawingml/2006/main">
            <a:off x="5238750" y="3733800"/>
            <a:ext cx="6343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58C6E4"/>
                </a:solidFill>
              </a:defRPr>
            </a:defPPr>
            <a:lvl1pPr algn="l">
              <a:defRPr sz="1875" b="1">
                <a:solidFill>
                  <a:srgbClr val="58C6E4"/>
                </a:solidFill>
              </a:defRPr>
            </a:lvl1pPr>
            <a:lvl2pPr algn="l">
              <a:defRPr sz="1875" b="1">
                <a:solidFill>
                  <a:srgbClr val="58C6E4"/>
                </a:solidFill>
              </a:defRPr>
            </a:lvl2pPr>
            <a:lvl3pPr algn="l">
              <a:defRPr sz="1875" b="1">
                <a:solidFill>
                  <a:srgbClr val="58C6E4"/>
                </a:solidFill>
              </a:defRPr>
            </a:lvl3pPr>
            <a:lvl4pPr algn="l">
              <a:defRPr sz="1875" b="1">
                <a:solidFill>
                  <a:srgbClr val="58C6E4"/>
                </a:solidFill>
              </a:defRPr>
            </a:lvl4pPr>
            <a:lvl5pPr algn="l">
              <a:defRPr sz="1875" b="1">
                <a:solidFill>
                  <a:srgbClr val="58C6E4"/>
                </a:solidFill>
              </a:defRPr>
            </a:lvl5pPr>
            <a:lvl6pPr algn="l">
              <a:defRPr sz="1875" b="1">
                <a:solidFill>
                  <a:srgbClr val="58C6E4"/>
                </a:solidFill>
              </a:defRPr>
            </a:lvl6pPr>
            <a:lvl7pPr algn="l">
              <a:defRPr sz="1875" b="1">
                <a:solidFill>
                  <a:srgbClr val="58C6E4"/>
                </a:solidFill>
              </a:defRPr>
            </a:lvl7pPr>
            <a:lvl8pPr algn="l">
              <a:defRPr sz="1875" b="1">
                <a:solidFill>
                  <a:srgbClr val="58C6E4"/>
                </a:solidFill>
              </a:defRPr>
            </a:lvl8pPr>
            <a:lvl9pPr algn="l">
              <a:defRPr sz="1875" b="1">
                <a:solidFill>
                  <a:srgbClr val="58C6E4"/>
                </a:solidFill>
              </a:defRPr>
            </a:lvl9pPr>
          </a:lstStyle>
          <a:p xmlns:a="http://schemas.openxmlformats.org/drawingml/2006/main">
            <a:pPr algn="l">
              <a:defRPr sz="1875" b="1">
                <a:solidFill>
                  <a:srgbClr val="58C6E4"/>
                </a:solidFill>
              </a:defRPr>
            </a:pPr>
            <a:r>
              <a:rPr sz="1875" b="1">
                <a:solidFill>
                  <a:srgbClr val="58C6E4"/>
                </a:solidFill>
              </a:rPr>
              <a:t>CAPA IA OPCIONAL</a:t>
            </a:r>
          </a:p>
        </p:txBody>
      </p:sp>
      <p:sp>
        <p:nvSpPr>
          <p:cNvPr id="50" name="branch-findings">
            <a:extLst xmlns:a="http://schemas.openxmlformats.org/drawingml/2006/main">
              <a:ext uri="{FF2B5EF4-FFF2-40B4-BE49-F238E27FC236}">
                <a16:creationId xmlns:a16="http://schemas.microsoft.com/office/drawing/2014/main" id="{218CE5B7-C881-47E0-8F04-3227ECE91314}"/>
              </a:ext>
            </a:extLst>
          </p:cNvPr>
          <p:cNvSpPr>
            <a:spLocks xmlns:a="http://schemas.openxmlformats.org/drawingml/2006/main" noGrp="1"/>
          </p:cNvSpPr>
          <p:nvPr/>
        </p:nvSpPr>
        <p:spPr>
          <a:xfrm xmlns:a="http://schemas.openxmlformats.org/drawingml/2006/main">
            <a:off x="4171950" y="4467225"/>
            <a:ext cx="952500" cy="1524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51" name="ai-0">
            <a:extLst xmlns:a="http://schemas.openxmlformats.org/drawingml/2006/main">
              <a:ext uri="{FF2B5EF4-FFF2-40B4-BE49-F238E27FC236}">
                <a16:creationId xmlns:a16="http://schemas.microsoft.com/office/drawing/2014/main" id="{74DA05F8-A8AB-4E26-B819-4D76DEF7CB55}"/>
              </a:ext>
            </a:extLst>
          </p:cNvPr>
          <p:cNvSpPr>
            <a:spLocks xmlns:a="http://schemas.openxmlformats.org/drawingml/2006/main" noGrp="1"/>
          </p:cNvSpPr>
          <p:nvPr/>
        </p:nvSpPr>
        <p:spPr>
          <a:xfrm xmlns:a="http://schemas.openxmlformats.org/drawingml/2006/main">
            <a:off x="5238750" y="4210050"/>
            <a:ext cx="1428750" cy="6858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9525">
            <a:solidFill>
              <a:srgbClr val="263B55"/>
            </a:solidFill>
          </a:ln>
        </p:spPr>
      </p:sp>
      <p:sp>
        <p:nvSpPr>
          <p:cNvPr id="52" name="ai-label-0">
            <a:extLst xmlns:a="http://schemas.openxmlformats.org/drawingml/2006/main">
              <a:ext uri="{FF2B5EF4-FFF2-40B4-BE49-F238E27FC236}">
                <a16:creationId xmlns:a16="http://schemas.microsoft.com/office/drawing/2014/main" id="{F3A026FF-A6E7-42B1-B139-2A01ABECA8FD}"/>
              </a:ext>
            </a:extLst>
          </p:cNvPr>
          <p:cNvSpPr>
            <a:spLocks xmlns:a="http://schemas.openxmlformats.org/drawingml/2006/main" noGrp="1"/>
          </p:cNvSpPr>
          <p:nvPr/>
        </p:nvSpPr>
        <p:spPr>
          <a:xfrm xmlns:a="http://schemas.openxmlformats.org/drawingml/2006/main">
            <a:off x="5314950" y="4333875"/>
            <a:ext cx="127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Sanitización</a:t>
            </a:r>
          </a:p>
        </p:txBody>
      </p:sp>
      <p:sp>
        <p:nvSpPr>
          <p:cNvPr id="53" name="ai-arrow-0">
            <a:extLst xmlns:a="http://schemas.openxmlformats.org/drawingml/2006/main">
              <a:ext uri="{FF2B5EF4-FFF2-40B4-BE49-F238E27FC236}">
                <a16:creationId xmlns:a16="http://schemas.microsoft.com/office/drawing/2014/main" id="{6FAC1683-1018-4959-A611-937EBC5F5805}"/>
              </a:ext>
            </a:extLst>
          </p:cNvPr>
          <p:cNvSpPr>
            <a:spLocks xmlns:a="http://schemas.openxmlformats.org/drawingml/2006/main" noGrp="1"/>
          </p:cNvSpPr>
          <p:nvPr/>
        </p:nvSpPr>
        <p:spPr>
          <a:xfrm xmlns:a="http://schemas.openxmlformats.org/drawingml/2006/main">
            <a:off x="6705600" y="4467225"/>
            <a:ext cx="114300" cy="1524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54" name="ai-1">
            <a:extLst xmlns:a="http://schemas.openxmlformats.org/drawingml/2006/main">
              <a:ext uri="{FF2B5EF4-FFF2-40B4-BE49-F238E27FC236}">
                <a16:creationId xmlns:a16="http://schemas.microsoft.com/office/drawing/2014/main" id="{FB365AD8-0536-43F1-9040-418177695EEB}"/>
              </a:ext>
            </a:extLst>
          </p:cNvPr>
          <p:cNvSpPr>
            <a:spLocks xmlns:a="http://schemas.openxmlformats.org/drawingml/2006/main" noGrp="1"/>
          </p:cNvSpPr>
          <p:nvPr/>
        </p:nvSpPr>
        <p:spPr>
          <a:xfrm xmlns:a="http://schemas.openxmlformats.org/drawingml/2006/main">
            <a:off x="6858000" y="4210050"/>
            <a:ext cx="1428750" cy="6858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9525">
            <a:solidFill>
              <a:srgbClr val="263B55"/>
            </a:solidFill>
          </a:ln>
        </p:spPr>
      </p:sp>
      <p:sp>
        <p:nvSpPr>
          <p:cNvPr id="55" name="ai-label-1">
            <a:extLst xmlns:a="http://schemas.openxmlformats.org/drawingml/2006/main">
              <a:ext uri="{FF2B5EF4-FFF2-40B4-BE49-F238E27FC236}">
                <a16:creationId xmlns:a16="http://schemas.microsoft.com/office/drawing/2014/main" id="{7BE063DD-C08A-47B2-80E7-567F97C32711}"/>
              </a:ext>
            </a:extLst>
          </p:cNvPr>
          <p:cNvSpPr>
            <a:spLocks xmlns:a="http://schemas.openxmlformats.org/drawingml/2006/main" noGrp="1"/>
          </p:cNvSpPr>
          <p:nvPr/>
        </p:nvSpPr>
        <p:spPr>
          <a:xfrm xmlns:a="http://schemas.openxmlformats.org/drawingml/2006/main">
            <a:off x="6934200" y="4333875"/>
            <a:ext cx="127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OmniRoute</a:t>
            </a:r>
          </a:p>
        </p:txBody>
      </p:sp>
      <p:sp>
        <p:nvSpPr>
          <p:cNvPr id="56" name="ai-arrow-1">
            <a:extLst xmlns:a="http://schemas.openxmlformats.org/drawingml/2006/main">
              <a:ext uri="{FF2B5EF4-FFF2-40B4-BE49-F238E27FC236}">
                <a16:creationId xmlns:a16="http://schemas.microsoft.com/office/drawing/2014/main" id="{2D3942E0-3B33-42F2-84FD-9596B0241CE7}"/>
              </a:ext>
            </a:extLst>
          </p:cNvPr>
          <p:cNvSpPr>
            <a:spLocks xmlns:a="http://schemas.openxmlformats.org/drawingml/2006/main" noGrp="1"/>
          </p:cNvSpPr>
          <p:nvPr/>
        </p:nvSpPr>
        <p:spPr>
          <a:xfrm xmlns:a="http://schemas.openxmlformats.org/drawingml/2006/main">
            <a:off x="8324850" y="4467225"/>
            <a:ext cx="114300" cy="1524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57" name="ai-2">
            <a:extLst xmlns:a="http://schemas.openxmlformats.org/drawingml/2006/main">
              <a:ext uri="{FF2B5EF4-FFF2-40B4-BE49-F238E27FC236}">
                <a16:creationId xmlns:a16="http://schemas.microsoft.com/office/drawing/2014/main" id="{58D666F8-4344-405C-8900-57995745CEB8}"/>
              </a:ext>
            </a:extLst>
          </p:cNvPr>
          <p:cNvSpPr>
            <a:spLocks xmlns:a="http://schemas.openxmlformats.org/drawingml/2006/main" noGrp="1"/>
          </p:cNvSpPr>
          <p:nvPr/>
        </p:nvSpPr>
        <p:spPr>
          <a:xfrm xmlns:a="http://schemas.openxmlformats.org/drawingml/2006/main">
            <a:off x="8477250" y="4210050"/>
            <a:ext cx="1428750" cy="6858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9525">
            <a:solidFill>
              <a:srgbClr val="263B55"/>
            </a:solidFill>
          </a:ln>
        </p:spPr>
      </p:sp>
      <p:sp>
        <p:nvSpPr>
          <p:cNvPr id="58" name="ai-label-2">
            <a:extLst xmlns:a="http://schemas.openxmlformats.org/drawingml/2006/main">
              <a:ext uri="{FF2B5EF4-FFF2-40B4-BE49-F238E27FC236}">
                <a16:creationId xmlns:a16="http://schemas.microsoft.com/office/drawing/2014/main" id="{240B07E5-B3D4-43E6-ABB6-77E369533BD8}"/>
              </a:ext>
            </a:extLst>
          </p:cNvPr>
          <p:cNvSpPr>
            <a:spLocks xmlns:a="http://schemas.openxmlformats.org/drawingml/2006/main" noGrp="1"/>
          </p:cNvSpPr>
          <p:nvPr/>
        </p:nvSpPr>
        <p:spPr>
          <a:xfrm xmlns:a="http://schemas.openxmlformats.org/drawingml/2006/main">
            <a:off x="8553450" y="4333875"/>
            <a:ext cx="127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Gemini 3.5</a:t>
            </a:r>
          </a:p>
          <a:p xmlns:a="http://schemas.openxmlformats.org/drawingml/2006/main">
            <a:pPr algn="ctr">
              <a:defRPr sz="1500" b="0">
                <a:solidFill>
                  <a:srgbClr val="E8EEF7"/>
                </a:solidFill>
              </a:defRPr>
            </a:pPr>
            <a:r>
              <a:rPr sz="1500" b="0">
                <a:solidFill>
                  <a:srgbClr val="E8EEF7"/>
                </a:solidFill>
              </a:rPr>
              <a:t>Flash-Lite</a:t>
            </a:r>
          </a:p>
        </p:txBody>
      </p:sp>
      <p:sp>
        <p:nvSpPr>
          <p:cNvPr id="59" name="ai-arrow-2">
            <a:extLst xmlns:a="http://schemas.openxmlformats.org/drawingml/2006/main">
              <a:ext uri="{FF2B5EF4-FFF2-40B4-BE49-F238E27FC236}">
                <a16:creationId xmlns:a16="http://schemas.microsoft.com/office/drawing/2014/main" id="{0926F0AF-EE89-46BF-B313-3E17AC507DFF}"/>
              </a:ext>
            </a:extLst>
          </p:cNvPr>
          <p:cNvSpPr>
            <a:spLocks xmlns:a="http://schemas.openxmlformats.org/drawingml/2006/main" noGrp="1"/>
          </p:cNvSpPr>
          <p:nvPr/>
        </p:nvSpPr>
        <p:spPr>
          <a:xfrm xmlns:a="http://schemas.openxmlformats.org/drawingml/2006/main">
            <a:off x="9944100" y="4467225"/>
            <a:ext cx="114300" cy="152400"/>
          </a:xfrm>
          <a:prstGeom xmlns:a="http://schemas.openxmlformats.org/drawingml/2006/main" prst="rightArrow">
            <a:avLst/>
          </a:prstGeom>
          <a:solidFill xmlns:a="http://schemas.openxmlformats.org/drawingml/2006/main">
            <a:srgbClr val="58C6E4"/>
          </a:solidFill>
          <a:ln xmlns:a="http://schemas.openxmlformats.org/drawingml/2006/main" w="0">
            <a:noFill/>
          </a:ln>
        </p:spPr>
      </p:sp>
      <p:sp>
        <p:nvSpPr>
          <p:cNvPr id="60" name="ai-3">
            <a:extLst xmlns:a="http://schemas.openxmlformats.org/drawingml/2006/main">
              <a:ext uri="{FF2B5EF4-FFF2-40B4-BE49-F238E27FC236}">
                <a16:creationId xmlns:a16="http://schemas.microsoft.com/office/drawing/2014/main" id="{E56B6931-25C9-44CC-9CF1-BAA77CA6F5BC}"/>
              </a:ext>
            </a:extLst>
          </p:cNvPr>
          <p:cNvSpPr>
            <a:spLocks xmlns:a="http://schemas.openxmlformats.org/drawingml/2006/main" noGrp="1"/>
          </p:cNvSpPr>
          <p:nvPr/>
        </p:nvSpPr>
        <p:spPr>
          <a:xfrm xmlns:a="http://schemas.openxmlformats.org/drawingml/2006/main">
            <a:off x="10096500" y="4210050"/>
            <a:ext cx="1428750" cy="6858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9525">
            <a:solidFill>
              <a:srgbClr val="263B55"/>
            </a:solidFill>
          </a:ln>
        </p:spPr>
      </p:sp>
      <p:sp>
        <p:nvSpPr>
          <p:cNvPr id="61" name="ai-label-3">
            <a:extLst xmlns:a="http://schemas.openxmlformats.org/drawingml/2006/main">
              <a:ext uri="{FF2B5EF4-FFF2-40B4-BE49-F238E27FC236}">
                <a16:creationId xmlns:a16="http://schemas.microsoft.com/office/drawing/2014/main" id="{2F2B6611-0E4F-4C94-9BB1-09CC7BCB39DD}"/>
              </a:ext>
            </a:extLst>
          </p:cNvPr>
          <p:cNvSpPr>
            <a:spLocks xmlns:a="http://schemas.openxmlformats.org/drawingml/2006/main" noGrp="1"/>
          </p:cNvSpPr>
          <p:nvPr/>
        </p:nvSpPr>
        <p:spPr>
          <a:xfrm xmlns:a="http://schemas.openxmlformats.org/drawingml/2006/main">
            <a:off x="10172700" y="4333875"/>
            <a:ext cx="127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E8EEF7"/>
                </a:solidFill>
              </a:defRPr>
            </a:defPPr>
            <a:lvl1pPr algn="ctr">
              <a:defRPr sz="1500" b="0">
                <a:solidFill>
                  <a:srgbClr val="E8EEF7"/>
                </a:solidFill>
              </a:defRPr>
            </a:lvl1pPr>
            <a:lvl2pPr algn="ctr">
              <a:defRPr sz="1500" b="0">
                <a:solidFill>
                  <a:srgbClr val="E8EEF7"/>
                </a:solidFill>
              </a:defRPr>
            </a:lvl2pPr>
            <a:lvl3pPr algn="ctr">
              <a:defRPr sz="1500" b="0">
                <a:solidFill>
                  <a:srgbClr val="E8EEF7"/>
                </a:solidFill>
              </a:defRPr>
            </a:lvl3pPr>
            <a:lvl4pPr algn="ctr">
              <a:defRPr sz="1500" b="0">
                <a:solidFill>
                  <a:srgbClr val="E8EEF7"/>
                </a:solidFill>
              </a:defRPr>
            </a:lvl4pPr>
            <a:lvl5pPr algn="ctr">
              <a:defRPr sz="1500" b="0">
                <a:solidFill>
                  <a:srgbClr val="E8EEF7"/>
                </a:solidFill>
              </a:defRPr>
            </a:lvl5pPr>
            <a:lvl6pPr algn="ctr">
              <a:defRPr sz="1500" b="0">
                <a:solidFill>
                  <a:srgbClr val="E8EEF7"/>
                </a:solidFill>
              </a:defRPr>
            </a:lvl6pPr>
            <a:lvl7pPr algn="ctr">
              <a:defRPr sz="1500" b="0">
                <a:solidFill>
                  <a:srgbClr val="E8EEF7"/>
                </a:solidFill>
              </a:defRPr>
            </a:lvl7pPr>
            <a:lvl8pPr algn="ctr">
              <a:defRPr sz="1500" b="0">
                <a:solidFill>
                  <a:srgbClr val="E8EEF7"/>
                </a:solidFill>
              </a:defRPr>
            </a:lvl8pPr>
            <a:lvl9pPr algn="ctr">
              <a:defRPr sz="1500" b="0">
                <a:solidFill>
                  <a:srgbClr val="E8EEF7"/>
                </a:solidFill>
              </a:defRPr>
            </a:lvl9pPr>
          </a:lstStyle>
          <a:p xmlns:a="http://schemas.openxmlformats.org/drawingml/2006/main">
            <a:pPr algn="ctr">
              <a:defRPr sz="1500" b="0">
                <a:solidFill>
                  <a:srgbClr val="E8EEF7"/>
                </a:solidFill>
              </a:defRPr>
            </a:pPr>
            <a:r>
              <a:rPr sz="1500" b="0">
                <a:solidFill>
                  <a:srgbClr val="E8EEF7"/>
                </a:solidFill>
              </a:rPr>
              <a:t>Explicación</a:t>
            </a:r>
          </a:p>
        </p:txBody>
      </p:sp>
      <p:sp>
        <p:nvSpPr>
          <p:cNvPr id="62" name="contrato-ia">
            <a:extLst xmlns:a="http://schemas.openxmlformats.org/drawingml/2006/main">
              <a:ext uri="{FF2B5EF4-FFF2-40B4-BE49-F238E27FC236}">
                <a16:creationId xmlns:a16="http://schemas.microsoft.com/office/drawing/2014/main" id="{03946366-C2AD-4D99-8869-BE9729B86D35}"/>
              </a:ext>
            </a:extLst>
          </p:cNvPr>
          <p:cNvSpPr>
            <a:spLocks xmlns:a="http://schemas.openxmlformats.org/drawingml/2006/main" noGrp="1"/>
          </p:cNvSpPr>
          <p:nvPr/>
        </p:nvSpPr>
        <p:spPr>
          <a:xfrm xmlns:a="http://schemas.openxmlformats.org/drawingml/2006/main">
            <a:off x="5238750" y="5286375"/>
            <a:ext cx="6343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A5B6CD"/>
                </a:solidFill>
              </a:defRPr>
            </a:defPPr>
            <a:lvl1pPr algn="l">
              <a:defRPr sz="1575" b="0">
                <a:solidFill>
                  <a:srgbClr val="A5B6CD"/>
                </a:solidFill>
              </a:defRPr>
            </a:lvl1pPr>
            <a:lvl2pPr algn="l">
              <a:defRPr sz="1575" b="0">
                <a:solidFill>
                  <a:srgbClr val="A5B6CD"/>
                </a:solidFill>
              </a:defRPr>
            </a:lvl2pPr>
            <a:lvl3pPr algn="l">
              <a:defRPr sz="1575" b="0">
                <a:solidFill>
                  <a:srgbClr val="A5B6CD"/>
                </a:solidFill>
              </a:defRPr>
            </a:lvl3pPr>
            <a:lvl4pPr algn="l">
              <a:defRPr sz="1575" b="0">
                <a:solidFill>
                  <a:srgbClr val="A5B6CD"/>
                </a:solidFill>
              </a:defRPr>
            </a:lvl4pPr>
            <a:lvl5pPr algn="l">
              <a:defRPr sz="1575" b="0">
                <a:solidFill>
                  <a:srgbClr val="A5B6CD"/>
                </a:solidFill>
              </a:defRPr>
            </a:lvl5pPr>
            <a:lvl6pPr algn="l">
              <a:defRPr sz="1575" b="0">
                <a:solidFill>
                  <a:srgbClr val="A5B6CD"/>
                </a:solidFill>
              </a:defRPr>
            </a:lvl6pPr>
            <a:lvl7pPr algn="l">
              <a:defRPr sz="1575" b="0">
                <a:solidFill>
                  <a:srgbClr val="A5B6CD"/>
                </a:solidFill>
              </a:defRPr>
            </a:lvl7pPr>
            <a:lvl8pPr algn="l">
              <a:defRPr sz="1575" b="0">
                <a:solidFill>
                  <a:srgbClr val="A5B6CD"/>
                </a:solidFill>
              </a:defRPr>
            </a:lvl8pPr>
            <a:lvl9pPr algn="l">
              <a:defRPr sz="1575" b="0">
                <a:solidFill>
                  <a:srgbClr val="A5B6CD"/>
                </a:solidFill>
              </a:defRPr>
            </a:lvl9pPr>
          </a:lstStyle>
          <a:p xmlns:a="http://schemas.openxmlformats.org/drawingml/2006/main">
            <a:pPr algn="l">
              <a:defRPr sz="1575" b="0">
                <a:solidFill>
                  <a:srgbClr val="A5B6CD"/>
                </a:solidFill>
              </a:defRPr>
            </a:pPr>
            <a:r>
              <a:rPr sz="1575" b="0">
                <a:solidFill>
                  <a:srgbClr val="A5B6CD"/>
                </a:solidFill>
              </a:rPr>
              <a:t>La explicación vuelve por FastAPI y Pydantic. La IA conserva los resultados del motor.</a:t>
            </a:r>
          </a:p>
        </p:txBody>
      </p:sp>
    </p:spTree>
    <p:extLst>
      <p:ext uri="{BB962C8B-B14F-4D97-AF65-F5344CB8AC3E}">
        <p14:creationId xmlns:p14="http://schemas.microsoft.com/office/powerpoint/2010/main" val="1022023368"/>
      </p:ext>
    </p:extLst>
  </p:cSld>
</p:sld>
</file>

<file path=ppt/slides/slide7.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5F4FD386-57D5-4B46-820F-E2154469308C}"/>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Simulación / demo en vivo</a:t>
            </a:r>
          </a:p>
        </p:txBody>
      </p:sp>
      <p:sp>
        <p:nvSpPr>
          <p:cNvPr id="3" name="pagina">
            <a:extLst xmlns:a="http://schemas.openxmlformats.org/drawingml/2006/main">
              <a:ext uri="{FF2B5EF4-FFF2-40B4-BE49-F238E27FC236}">
                <a16:creationId xmlns:a16="http://schemas.microsoft.com/office/drawing/2014/main" id="{5E313A96-8778-4309-826E-8B8C989472E7}"/>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07/10</a:t>
            </a:r>
          </a:p>
        </p:txBody>
      </p:sp>
      <p:pic>
        <p:nvPicPr>
          <p:cNvPr id="4" name="">
            <a:extLst xmlns:a="http://schemas.openxmlformats.org/drawingml/2006/main">
              <a:ext uri="{FF2B5EF4-FFF2-40B4-BE49-F238E27FC236}">
                <a16:creationId xmlns:a16="http://schemas.microsoft.com/office/drawing/2014/main" id="{E1919699-BFA2-46EE-A438-4B0EA49BE3BF}"/>
              </a:ext>
            </a:extLst>
          </p:cNvPr>
          <p:cNvPicPr>
            <a:picLocks xmlns:a="http://schemas.openxmlformats.org/drawingml/2006/main" noChangeAspect="1"/>
          </p:cNvPicPr>
          <p:nvPr/>
        </p:nvPicPr>
        <p:blipFill>
          <a:blip xmlns:r="http://schemas.openxmlformats.org/officeDocument/2006/relationships" xmlns:a="http://schemas.openxmlformats.org/drawingml/2006/main" r:embed="R54c014a870a34a37"/>
          <a:stretch xmlns:a="http://schemas.openxmlformats.org/drawingml/2006/main"/>
        </p:blipFill>
        <p:spPr>
          <a:xfrm xmlns:a="http://schemas.openxmlformats.org/drawingml/2006/main">
            <a:off x="609600" y="1504950"/>
            <a:ext cx="6400800" cy="3600450"/>
          </a:xfrm>
          <a:prstGeom xmlns:a="http://schemas.openxmlformats.org/drawingml/2006/main" prst="rect">
            <a:avLst/>
          </a:prstGeom>
        </p:spPr>
      </p:pic>
      <p:sp>
        <p:nvSpPr>
          <p:cNvPr id="5" name="node-42">
            <a:extLst xmlns:a="http://schemas.openxmlformats.org/drawingml/2006/main">
              <a:ext uri="{FF2B5EF4-FFF2-40B4-BE49-F238E27FC236}">
                <a16:creationId xmlns:a16="http://schemas.microsoft.com/office/drawing/2014/main" id="{F991C682-01E7-4AE6-89B1-A529655383AD}"/>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6" name="node-43">
            <a:extLst xmlns:a="http://schemas.openxmlformats.org/drawingml/2006/main">
              <a:ext uri="{FF2B5EF4-FFF2-40B4-BE49-F238E27FC236}">
                <a16:creationId xmlns:a16="http://schemas.microsoft.com/office/drawing/2014/main" id="{7F073ED4-FCA6-4E60-BE8B-ED422A60F82C}"/>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node-44">
            <a:extLst xmlns:a="http://schemas.openxmlformats.org/drawingml/2006/main">
              <a:ext uri="{FF2B5EF4-FFF2-40B4-BE49-F238E27FC236}">
                <a16:creationId xmlns:a16="http://schemas.microsoft.com/office/drawing/2014/main" id="{1E170AE2-E8A4-4B95-BE70-F56ECC2F4475}"/>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8" name="line-45">
            <a:extLst xmlns:a="http://schemas.openxmlformats.org/drawingml/2006/main">
              <a:ext uri="{FF2B5EF4-FFF2-40B4-BE49-F238E27FC236}">
                <a16:creationId xmlns:a16="http://schemas.microsoft.com/office/drawing/2014/main" id="{0F4AFFCF-BAC6-45D5-89B1-6E8D81998BB8}"/>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line-46">
            <a:extLst xmlns:a="http://schemas.openxmlformats.org/drawingml/2006/main">
              <a:ext uri="{FF2B5EF4-FFF2-40B4-BE49-F238E27FC236}">
                <a16:creationId xmlns:a16="http://schemas.microsoft.com/office/drawing/2014/main" id="{31F97B14-2CA3-4D88-AA4F-C337153FB3FD}"/>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10" name="brand">
            <a:extLst xmlns:a="http://schemas.openxmlformats.org/drawingml/2006/main">
              <a:ext uri="{FF2B5EF4-FFF2-40B4-BE49-F238E27FC236}">
                <a16:creationId xmlns:a16="http://schemas.microsoft.com/office/drawing/2014/main" id="{81843D8F-868E-4461-AB1A-2DA1D190C89E}"/>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1" name="line-47">
            <a:extLst xmlns:a="http://schemas.openxmlformats.org/drawingml/2006/main">
              <a:ext uri="{FF2B5EF4-FFF2-40B4-BE49-F238E27FC236}">
                <a16:creationId xmlns:a16="http://schemas.microsoft.com/office/drawing/2014/main" id="{832E0720-546F-4DDC-8E24-C72291872B53}"/>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2" name="brand-context">
            <a:extLst xmlns:a="http://schemas.openxmlformats.org/drawingml/2006/main">
              <a:ext uri="{FF2B5EF4-FFF2-40B4-BE49-F238E27FC236}">
                <a16:creationId xmlns:a16="http://schemas.microsoft.com/office/drawing/2014/main" id="{63BB78A4-9CA3-4984-8E55-3FD2FFC63EA9}"/>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3" name="line-48">
            <a:extLst xmlns:a="http://schemas.openxmlformats.org/drawingml/2006/main">
              <a:ext uri="{FF2B5EF4-FFF2-40B4-BE49-F238E27FC236}">
                <a16:creationId xmlns:a16="http://schemas.microsoft.com/office/drawing/2014/main" id="{9614E0DB-43BA-4029-B7E8-03AE300DC051}"/>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4" name="ambiente">
            <a:extLst xmlns:a="http://schemas.openxmlformats.org/drawingml/2006/main">
              <a:ext uri="{FF2B5EF4-FFF2-40B4-BE49-F238E27FC236}">
                <a16:creationId xmlns:a16="http://schemas.microsoft.com/office/drawing/2014/main" id="{E72466E8-0F06-4853-9532-315EF1DFCFAB}"/>
              </a:ext>
            </a:extLst>
          </p:cNvPr>
          <p:cNvSpPr>
            <a:spLocks xmlns:a="http://schemas.openxmlformats.org/drawingml/2006/main" noGrp="1"/>
          </p:cNvSpPr>
          <p:nvPr/>
        </p:nvSpPr>
        <p:spPr>
          <a:xfrm xmlns:a="http://schemas.openxmlformats.org/drawingml/2006/main">
            <a:off x="609600" y="12763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Windows, Python 3.13, FastAPI y Streamlit 1.66.1</a:t>
            </a:r>
          </a:p>
        </p:txBody>
      </p:sp>
      <p:sp>
        <p:nvSpPr>
          <p:cNvPr id="15" name="guion-demo">
            <a:extLst xmlns:a="http://schemas.openxmlformats.org/drawingml/2006/main">
              <a:ext uri="{FF2B5EF4-FFF2-40B4-BE49-F238E27FC236}">
                <a16:creationId xmlns:a16="http://schemas.microsoft.com/office/drawing/2014/main" id="{A11A27F0-3670-42FC-BF8D-FAA2BBE39FE3}"/>
              </a:ext>
            </a:extLst>
          </p:cNvPr>
          <p:cNvSpPr>
            <a:spLocks xmlns:a="http://schemas.openxmlformats.org/drawingml/2006/main" noGrp="1"/>
          </p:cNvSpPr>
          <p:nvPr/>
        </p:nvSpPr>
        <p:spPr>
          <a:xfrm xmlns:a="http://schemas.openxmlformats.org/drawingml/2006/main">
            <a:off x="7391400" y="156210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E8EEF7"/>
                </a:solidFill>
              </a:defRPr>
            </a:defPPr>
            <a:lvl1pPr algn="l">
              <a:defRPr sz="1875" b="1">
                <a:solidFill>
                  <a:srgbClr val="E8EEF7"/>
                </a:solidFill>
              </a:defRPr>
            </a:lvl1pPr>
            <a:lvl2pPr algn="l">
              <a:defRPr sz="1875" b="1">
                <a:solidFill>
                  <a:srgbClr val="E8EEF7"/>
                </a:solidFill>
              </a:defRPr>
            </a:lvl2pPr>
            <a:lvl3pPr algn="l">
              <a:defRPr sz="1875" b="1">
                <a:solidFill>
                  <a:srgbClr val="E8EEF7"/>
                </a:solidFill>
              </a:defRPr>
            </a:lvl3pPr>
            <a:lvl4pPr algn="l">
              <a:defRPr sz="1875" b="1">
                <a:solidFill>
                  <a:srgbClr val="E8EEF7"/>
                </a:solidFill>
              </a:defRPr>
            </a:lvl4pPr>
            <a:lvl5pPr algn="l">
              <a:defRPr sz="1875" b="1">
                <a:solidFill>
                  <a:srgbClr val="E8EEF7"/>
                </a:solidFill>
              </a:defRPr>
            </a:lvl5pPr>
            <a:lvl6pPr algn="l">
              <a:defRPr sz="1875" b="1">
                <a:solidFill>
                  <a:srgbClr val="E8EEF7"/>
                </a:solidFill>
              </a:defRPr>
            </a:lvl6pPr>
            <a:lvl7pPr algn="l">
              <a:defRPr sz="1875" b="1">
                <a:solidFill>
                  <a:srgbClr val="E8EEF7"/>
                </a:solidFill>
              </a:defRPr>
            </a:lvl7pPr>
            <a:lvl8pPr algn="l">
              <a:defRPr sz="1875" b="1">
                <a:solidFill>
                  <a:srgbClr val="E8EEF7"/>
                </a:solidFill>
              </a:defRPr>
            </a:lvl8pPr>
            <a:lvl9pPr algn="l">
              <a:defRPr sz="1875" b="1">
                <a:solidFill>
                  <a:srgbClr val="E8EEF7"/>
                </a:solidFill>
              </a:defRPr>
            </a:lvl9pPr>
          </a:lstStyle>
          <a:p xmlns:a="http://schemas.openxmlformats.org/drawingml/2006/main">
            <a:pPr algn="l">
              <a:defRPr sz="1875" b="1">
                <a:solidFill>
                  <a:srgbClr val="E8EEF7"/>
                </a:solidFill>
              </a:defRPr>
            </a:pPr>
            <a:r>
              <a:rPr sz="1875" b="1">
                <a:solidFill>
                  <a:srgbClr val="E8EEF7"/>
                </a:solidFill>
              </a:rPr>
              <a:t>Demo en vivo</a:t>
            </a:r>
          </a:p>
        </p:txBody>
      </p:sp>
      <p:sp>
        <p:nvSpPr>
          <p:cNvPr id="16" name="demo-time-bg">
            <a:extLst xmlns:a="http://schemas.openxmlformats.org/drawingml/2006/main">
              <a:ext uri="{FF2B5EF4-FFF2-40B4-BE49-F238E27FC236}">
                <a16:creationId xmlns:a16="http://schemas.microsoft.com/office/drawing/2014/main" id="{43A152EC-84CC-48D9-8CFC-40ABF1CBE72B}"/>
              </a:ext>
            </a:extLst>
          </p:cNvPr>
          <p:cNvSpPr>
            <a:spLocks xmlns:a="http://schemas.openxmlformats.org/drawingml/2006/main" noGrp="1"/>
          </p:cNvSpPr>
          <p:nvPr/>
        </p:nvSpPr>
        <p:spPr>
          <a:xfrm xmlns:a="http://schemas.openxmlformats.org/drawingml/2006/main">
            <a:off x="10572750" y="1571625"/>
            <a:ext cx="1009650" cy="276225"/>
          </a:xfrm>
          <a:prstGeom xmlns:a="http://schemas.openxmlformats.org/drawingml/2006/main" prst="roundRect">
            <a:avLst>
              <a:gd name="adj" fmla="val 13793"/>
            </a:avLst>
          </a:prstGeom>
          <a:solidFill xmlns:a="http://schemas.openxmlformats.org/drawingml/2006/main">
            <a:srgbClr val="172943"/>
          </a:solidFill>
          <a:ln xmlns:a="http://schemas.openxmlformats.org/drawingml/2006/main" w="0">
            <a:noFill/>
          </a:ln>
        </p:spPr>
      </p:sp>
      <p:sp>
        <p:nvSpPr>
          <p:cNvPr id="17" name="demo-time">
            <a:extLst xmlns:a="http://schemas.openxmlformats.org/drawingml/2006/main">
              <a:ext uri="{FF2B5EF4-FFF2-40B4-BE49-F238E27FC236}">
                <a16:creationId xmlns:a16="http://schemas.microsoft.com/office/drawing/2014/main" id="{A2E1BDD1-6B2F-4889-A438-A69D5424BE66}"/>
              </a:ext>
            </a:extLst>
          </p:cNvPr>
          <p:cNvSpPr>
            <a:spLocks xmlns:a="http://schemas.openxmlformats.org/drawingml/2006/main" noGrp="1"/>
          </p:cNvSpPr>
          <p:nvPr/>
        </p:nvSpPr>
        <p:spPr>
          <a:xfrm xmlns:a="http://schemas.openxmlformats.org/drawingml/2006/main">
            <a:off x="10639425" y="160972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5 MIN</a:t>
            </a:r>
          </a:p>
        </p:txBody>
      </p:sp>
      <p:sp>
        <p:nvSpPr>
          <p:cNvPr id="18" name="step-num-0-bg">
            <a:extLst xmlns:a="http://schemas.openxmlformats.org/drawingml/2006/main">
              <a:ext uri="{FF2B5EF4-FFF2-40B4-BE49-F238E27FC236}">
                <a16:creationId xmlns:a16="http://schemas.microsoft.com/office/drawing/2014/main" id="{F7584E9F-FD4F-40F2-8B03-C86EF02194FF}"/>
              </a:ext>
            </a:extLst>
          </p:cNvPr>
          <p:cNvSpPr>
            <a:spLocks xmlns:a="http://schemas.openxmlformats.org/drawingml/2006/main" noGrp="1"/>
          </p:cNvSpPr>
          <p:nvPr/>
        </p:nvSpPr>
        <p:spPr>
          <a:xfrm xmlns:a="http://schemas.openxmlformats.org/drawingml/2006/main">
            <a:off x="7391400" y="2076450"/>
            <a:ext cx="323850" cy="276225"/>
          </a:xfrm>
          <a:prstGeom xmlns:a="http://schemas.openxmlformats.org/drawingml/2006/main" prst="roundRect">
            <a:avLst>
              <a:gd name="adj" fmla="val 13793"/>
            </a:avLst>
          </a:prstGeom>
          <a:solidFill xmlns:a="http://schemas.openxmlformats.org/drawingml/2006/main">
            <a:srgbClr val="172943"/>
          </a:solidFill>
          <a:ln xmlns:a="http://schemas.openxmlformats.org/drawingml/2006/main" w="0">
            <a:noFill/>
          </a:ln>
        </p:spPr>
      </p:sp>
      <p:sp>
        <p:nvSpPr>
          <p:cNvPr id="19" name="step-num-0">
            <a:extLst xmlns:a="http://schemas.openxmlformats.org/drawingml/2006/main">
              <a:ext uri="{FF2B5EF4-FFF2-40B4-BE49-F238E27FC236}">
                <a16:creationId xmlns:a16="http://schemas.microsoft.com/office/drawing/2014/main" id="{EA42FEE7-EEBD-4058-893B-D1C7351B66CA}"/>
              </a:ext>
            </a:extLst>
          </p:cNvPr>
          <p:cNvSpPr>
            <a:spLocks xmlns:a="http://schemas.openxmlformats.org/drawingml/2006/main" noGrp="1"/>
          </p:cNvSpPr>
          <p:nvPr/>
        </p:nvSpPr>
        <p:spPr>
          <a:xfrm xmlns:a="http://schemas.openxmlformats.org/drawingml/2006/main">
            <a:off x="7458075" y="2114550"/>
            <a:ext cx="19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01</a:t>
            </a:r>
          </a:p>
        </p:txBody>
      </p:sp>
      <p:sp>
        <p:nvSpPr>
          <p:cNvPr id="20" name="step-label-0">
            <a:extLst xmlns:a="http://schemas.openxmlformats.org/drawingml/2006/main">
              <a:ext uri="{FF2B5EF4-FFF2-40B4-BE49-F238E27FC236}">
                <a16:creationId xmlns:a16="http://schemas.microsoft.com/office/drawing/2014/main" id="{7020FD77-86CA-4DE3-8B67-399FD9B71938}"/>
              </a:ext>
            </a:extLst>
          </p:cNvPr>
          <p:cNvSpPr>
            <a:spLocks xmlns:a="http://schemas.openxmlformats.org/drawingml/2006/main" noGrp="1"/>
          </p:cNvSpPr>
          <p:nvPr/>
        </p:nvSpPr>
        <p:spPr>
          <a:xfrm xmlns:a="http://schemas.openxmlformats.org/drawingml/2006/main">
            <a:off x="7858125" y="2085975"/>
            <a:ext cx="3724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E8EEF7"/>
                </a:solidFill>
              </a:defRPr>
            </a:defPPr>
            <a:lvl1pPr algn="l">
              <a:defRPr sz="1650" b="0">
                <a:solidFill>
                  <a:srgbClr val="E8EEF7"/>
                </a:solidFill>
              </a:defRPr>
            </a:lvl1pPr>
            <a:lvl2pPr algn="l">
              <a:defRPr sz="1650" b="0">
                <a:solidFill>
                  <a:srgbClr val="E8EEF7"/>
                </a:solidFill>
              </a:defRPr>
            </a:lvl2pPr>
            <a:lvl3pPr algn="l">
              <a:defRPr sz="1650" b="0">
                <a:solidFill>
                  <a:srgbClr val="E8EEF7"/>
                </a:solidFill>
              </a:defRPr>
            </a:lvl3pPr>
            <a:lvl4pPr algn="l">
              <a:defRPr sz="1650" b="0">
                <a:solidFill>
                  <a:srgbClr val="E8EEF7"/>
                </a:solidFill>
              </a:defRPr>
            </a:lvl4pPr>
            <a:lvl5pPr algn="l">
              <a:defRPr sz="1650" b="0">
                <a:solidFill>
                  <a:srgbClr val="E8EEF7"/>
                </a:solidFill>
              </a:defRPr>
            </a:lvl5pPr>
            <a:lvl6pPr algn="l">
              <a:defRPr sz="1650" b="0">
                <a:solidFill>
                  <a:srgbClr val="E8EEF7"/>
                </a:solidFill>
              </a:defRPr>
            </a:lvl6pPr>
            <a:lvl7pPr algn="l">
              <a:defRPr sz="1650" b="0">
                <a:solidFill>
                  <a:srgbClr val="E8EEF7"/>
                </a:solidFill>
              </a:defRPr>
            </a:lvl7pPr>
            <a:lvl8pPr algn="l">
              <a:defRPr sz="1650" b="0">
                <a:solidFill>
                  <a:srgbClr val="E8EEF7"/>
                </a:solidFill>
              </a:defRPr>
            </a:lvl8pPr>
            <a:lvl9pPr algn="l">
              <a:defRPr sz="1650" b="0">
                <a:solidFill>
                  <a:srgbClr val="E8EEF7"/>
                </a:solidFill>
              </a:defRPr>
            </a:lvl9pPr>
          </a:lstStyle>
          <a:p xmlns:a="http://schemas.openxmlformats.org/drawingml/2006/main">
            <a:pPr algn="l">
              <a:defRPr sz="1650" b="0">
                <a:solidFill>
                  <a:srgbClr val="E8EEF7"/>
                </a:solidFill>
              </a:defRPr>
            </a:pPr>
            <a:r>
              <a:rPr sz="1650" b="0">
                <a:solidFill>
                  <a:srgbClr val="E8EEF7"/>
                </a:solidFill>
              </a:rPr>
              <a:t>Analizar configuración</a:t>
            </a:r>
          </a:p>
        </p:txBody>
      </p:sp>
      <p:sp>
        <p:nvSpPr>
          <p:cNvPr id="21" name="step-num-1-bg">
            <a:extLst xmlns:a="http://schemas.openxmlformats.org/drawingml/2006/main">
              <a:ext uri="{FF2B5EF4-FFF2-40B4-BE49-F238E27FC236}">
                <a16:creationId xmlns:a16="http://schemas.microsoft.com/office/drawing/2014/main" id="{C132CC79-5C68-4698-A49A-91FE910E96BA}"/>
              </a:ext>
            </a:extLst>
          </p:cNvPr>
          <p:cNvSpPr>
            <a:spLocks xmlns:a="http://schemas.openxmlformats.org/drawingml/2006/main" noGrp="1"/>
          </p:cNvSpPr>
          <p:nvPr/>
        </p:nvSpPr>
        <p:spPr>
          <a:xfrm xmlns:a="http://schemas.openxmlformats.org/drawingml/2006/main">
            <a:off x="7391400" y="2562225"/>
            <a:ext cx="323850" cy="276225"/>
          </a:xfrm>
          <a:prstGeom xmlns:a="http://schemas.openxmlformats.org/drawingml/2006/main" prst="roundRect">
            <a:avLst>
              <a:gd name="adj" fmla="val 13793"/>
            </a:avLst>
          </a:prstGeom>
          <a:solidFill xmlns:a="http://schemas.openxmlformats.org/drawingml/2006/main">
            <a:srgbClr val="172943"/>
          </a:solidFill>
          <a:ln xmlns:a="http://schemas.openxmlformats.org/drawingml/2006/main" w="0">
            <a:noFill/>
          </a:ln>
        </p:spPr>
      </p:sp>
      <p:sp>
        <p:nvSpPr>
          <p:cNvPr id="22" name="step-num-1">
            <a:extLst xmlns:a="http://schemas.openxmlformats.org/drawingml/2006/main">
              <a:ext uri="{FF2B5EF4-FFF2-40B4-BE49-F238E27FC236}">
                <a16:creationId xmlns:a16="http://schemas.microsoft.com/office/drawing/2014/main" id="{98899851-6E8E-4317-8D71-00E8942134C6}"/>
              </a:ext>
            </a:extLst>
          </p:cNvPr>
          <p:cNvSpPr>
            <a:spLocks xmlns:a="http://schemas.openxmlformats.org/drawingml/2006/main" noGrp="1"/>
          </p:cNvSpPr>
          <p:nvPr/>
        </p:nvSpPr>
        <p:spPr>
          <a:xfrm xmlns:a="http://schemas.openxmlformats.org/drawingml/2006/main">
            <a:off x="7458075" y="2600325"/>
            <a:ext cx="19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02</a:t>
            </a:r>
          </a:p>
        </p:txBody>
      </p:sp>
      <p:sp>
        <p:nvSpPr>
          <p:cNvPr id="23" name="step-label-1">
            <a:extLst xmlns:a="http://schemas.openxmlformats.org/drawingml/2006/main">
              <a:ext uri="{FF2B5EF4-FFF2-40B4-BE49-F238E27FC236}">
                <a16:creationId xmlns:a16="http://schemas.microsoft.com/office/drawing/2014/main" id="{F32E16DD-D59C-46A5-9BE4-52865EF8E947}"/>
              </a:ext>
            </a:extLst>
          </p:cNvPr>
          <p:cNvSpPr>
            <a:spLocks xmlns:a="http://schemas.openxmlformats.org/drawingml/2006/main" noGrp="1"/>
          </p:cNvSpPr>
          <p:nvPr/>
        </p:nvSpPr>
        <p:spPr>
          <a:xfrm xmlns:a="http://schemas.openxmlformats.org/drawingml/2006/main">
            <a:off x="7858125" y="2571750"/>
            <a:ext cx="3724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E8EEF7"/>
                </a:solidFill>
              </a:defRPr>
            </a:defPPr>
            <a:lvl1pPr algn="l">
              <a:defRPr sz="1650" b="0">
                <a:solidFill>
                  <a:srgbClr val="E8EEF7"/>
                </a:solidFill>
              </a:defRPr>
            </a:lvl1pPr>
            <a:lvl2pPr algn="l">
              <a:defRPr sz="1650" b="0">
                <a:solidFill>
                  <a:srgbClr val="E8EEF7"/>
                </a:solidFill>
              </a:defRPr>
            </a:lvl2pPr>
            <a:lvl3pPr algn="l">
              <a:defRPr sz="1650" b="0">
                <a:solidFill>
                  <a:srgbClr val="E8EEF7"/>
                </a:solidFill>
              </a:defRPr>
            </a:lvl3pPr>
            <a:lvl4pPr algn="l">
              <a:defRPr sz="1650" b="0">
                <a:solidFill>
                  <a:srgbClr val="E8EEF7"/>
                </a:solidFill>
              </a:defRPr>
            </a:lvl4pPr>
            <a:lvl5pPr algn="l">
              <a:defRPr sz="1650" b="0">
                <a:solidFill>
                  <a:srgbClr val="E8EEF7"/>
                </a:solidFill>
              </a:defRPr>
            </a:lvl5pPr>
            <a:lvl6pPr algn="l">
              <a:defRPr sz="1650" b="0">
                <a:solidFill>
                  <a:srgbClr val="E8EEF7"/>
                </a:solidFill>
              </a:defRPr>
            </a:lvl6pPr>
            <a:lvl7pPr algn="l">
              <a:defRPr sz="1650" b="0">
                <a:solidFill>
                  <a:srgbClr val="E8EEF7"/>
                </a:solidFill>
              </a:defRPr>
            </a:lvl7pPr>
            <a:lvl8pPr algn="l">
              <a:defRPr sz="1650" b="0">
                <a:solidFill>
                  <a:srgbClr val="E8EEF7"/>
                </a:solidFill>
              </a:defRPr>
            </a:lvl8pPr>
            <a:lvl9pPr algn="l">
              <a:defRPr sz="1650" b="0">
                <a:solidFill>
                  <a:srgbClr val="E8EEF7"/>
                </a:solidFill>
              </a:defRPr>
            </a:lvl9pPr>
          </a:lstStyle>
          <a:p xmlns:a="http://schemas.openxmlformats.org/drawingml/2006/main">
            <a:pPr algn="l">
              <a:defRPr sz="1650" b="0">
                <a:solidFill>
                  <a:srgbClr val="E8EEF7"/>
                </a:solidFill>
              </a:defRPr>
            </a:pPr>
            <a:r>
              <a:rPr sz="1650" b="0">
                <a:solidFill>
                  <a:srgbClr val="E8EEF7"/>
                </a:solidFill>
              </a:rPr>
              <a:t>Revisar resultados</a:t>
            </a:r>
          </a:p>
        </p:txBody>
      </p:sp>
      <p:sp>
        <p:nvSpPr>
          <p:cNvPr id="24" name="step-num-2-bg">
            <a:extLst xmlns:a="http://schemas.openxmlformats.org/drawingml/2006/main">
              <a:ext uri="{FF2B5EF4-FFF2-40B4-BE49-F238E27FC236}">
                <a16:creationId xmlns:a16="http://schemas.microsoft.com/office/drawing/2014/main" id="{4760A2DB-227B-4AF8-B7E5-B9E511FFFC90}"/>
              </a:ext>
            </a:extLst>
          </p:cNvPr>
          <p:cNvSpPr>
            <a:spLocks xmlns:a="http://schemas.openxmlformats.org/drawingml/2006/main" noGrp="1"/>
          </p:cNvSpPr>
          <p:nvPr/>
        </p:nvSpPr>
        <p:spPr>
          <a:xfrm xmlns:a="http://schemas.openxmlformats.org/drawingml/2006/main">
            <a:off x="7391400" y="3048000"/>
            <a:ext cx="323850" cy="276225"/>
          </a:xfrm>
          <a:prstGeom xmlns:a="http://schemas.openxmlformats.org/drawingml/2006/main" prst="roundRect">
            <a:avLst>
              <a:gd name="adj" fmla="val 13793"/>
            </a:avLst>
          </a:prstGeom>
          <a:solidFill xmlns:a="http://schemas.openxmlformats.org/drawingml/2006/main">
            <a:srgbClr val="172943"/>
          </a:solidFill>
          <a:ln xmlns:a="http://schemas.openxmlformats.org/drawingml/2006/main" w="0">
            <a:noFill/>
          </a:ln>
        </p:spPr>
      </p:sp>
      <p:sp>
        <p:nvSpPr>
          <p:cNvPr id="25" name="step-num-2">
            <a:extLst xmlns:a="http://schemas.openxmlformats.org/drawingml/2006/main">
              <a:ext uri="{FF2B5EF4-FFF2-40B4-BE49-F238E27FC236}">
                <a16:creationId xmlns:a16="http://schemas.microsoft.com/office/drawing/2014/main" id="{E0E2A766-47AE-42B7-8B24-20CB96940E99}"/>
              </a:ext>
            </a:extLst>
          </p:cNvPr>
          <p:cNvSpPr>
            <a:spLocks xmlns:a="http://schemas.openxmlformats.org/drawingml/2006/main" noGrp="1"/>
          </p:cNvSpPr>
          <p:nvPr/>
        </p:nvSpPr>
        <p:spPr>
          <a:xfrm xmlns:a="http://schemas.openxmlformats.org/drawingml/2006/main">
            <a:off x="7458075" y="3086100"/>
            <a:ext cx="19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03</a:t>
            </a:r>
          </a:p>
        </p:txBody>
      </p:sp>
      <p:sp>
        <p:nvSpPr>
          <p:cNvPr id="26" name="step-label-2">
            <a:extLst xmlns:a="http://schemas.openxmlformats.org/drawingml/2006/main">
              <a:ext uri="{FF2B5EF4-FFF2-40B4-BE49-F238E27FC236}">
                <a16:creationId xmlns:a16="http://schemas.microsoft.com/office/drawing/2014/main" id="{CCCEF107-6129-4970-93E7-3DC824C06502}"/>
              </a:ext>
            </a:extLst>
          </p:cNvPr>
          <p:cNvSpPr>
            <a:spLocks xmlns:a="http://schemas.openxmlformats.org/drawingml/2006/main" noGrp="1"/>
          </p:cNvSpPr>
          <p:nvPr/>
        </p:nvSpPr>
        <p:spPr>
          <a:xfrm xmlns:a="http://schemas.openxmlformats.org/drawingml/2006/main">
            <a:off x="7858125" y="3057525"/>
            <a:ext cx="3724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E8EEF7"/>
                </a:solidFill>
              </a:defRPr>
            </a:defPPr>
            <a:lvl1pPr algn="l">
              <a:defRPr sz="1650" b="0">
                <a:solidFill>
                  <a:srgbClr val="E8EEF7"/>
                </a:solidFill>
              </a:defRPr>
            </a:lvl1pPr>
            <a:lvl2pPr algn="l">
              <a:defRPr sz="1650" b="0">
                <a:solidFill>
                  <a:srgbClr val="E8EEF7"/>
                </a:solidFill>
              </a:defRPr>
            </a:lvl2pPr>
            <a:lvl3pPr algn="l">
              <a:defRPr sz="1650" b="0">
                <a:solidFill>
                  <a:srgbClr val="E8EEF7"/>
                </a:solidFill>
              </a:defRPr>
            </a:lvl3pPr>
            <a:lvl4pPr algn="l">
              <a:defRPr sz="1650" b="0">
                <a:solidFill>
                  <a:srgbClr val="E8EEF7"/>
                </a:solidFill>
              </a:defRPr>
            </a:lvl4pPr>
            <a:lvl5pPr algn="l">
              <a:defRPr sz="1650" b="0">
                <a:solidFill>
                  <a:srgbClr val="E8EEF7"/>
                </a:solidFill>
              </a:defRPr>
            </a:lvl5pPr>
            <a:lvl6pPr algn="l">
              <a:defRPr sz="1650" b="0">
                <a:solidFill>
                  <a:srgbClr val="E8EEF7"/>
                </a:solidFill>
              </a:defRPr>
            </a:lvl6pPr>
            <a:lvl7pPr algn="l">
              <a:defRPr sz="1650" b="0">
                <a:solidFill>
                  <a:srgbClr val="E8EEF7"/>
                </a:solidFill>
              </a:defRPr>
            </a:lvl7pPr>
            <a:lvl8pPr algn="l">
              <a:defRPr sz="1650" b="0">
                <a:solidFill>
                  <a:srgbClr val="E8EEF7"/>
                </a:solidFill>
              </a:defRPr>
            </a:lvl8pPr>
            <a:lvl9pPr algn="l">
              <a:defRPr sz="1650" b="0">
                <a:solidFill>
                  <a:srgbClr val="E8EEF7"/>
                </a:solidFill>
              </a:defRPr>
            </a:lvl9pPr>
          </a:lstStyle>
          <a:p xmlns:a="http://schemas.openxmlformats.org/drawingml/2006/main">
            <a:pPr algn="l">
              <a:defRPr sz="1650" b="0">
                <a:solidFill>
                  <a:srgbClr val="E8EEF7"/>
                </a:solidFill>
              </a:defRPr>
            </a:pPr>
            <a:r>
              <a:rPr sz="1650" b="0">
                <a:solidFill>
                  <a:srgbClr val="E8EEF7"/>
                </a:solidFill>
              </a:rPr>
              <a:t>Abrir Finding y evidencia</a:t>
            </a:r>
          </a:p>
        </p:txBody>
      </p:sp>
      <p:sp>
        <p:nvSpPr>
          <p:cNvPr id="27" name="step-num-3-bg">
            <a:extLst xmlns:a="http://schemas.openxmlformats.org/drawingml/2006/main">
              <a:ext uri="{FF2B5EF4-FFF2-40B4-BE49-F238E27FC236}">
                <a16:creationId xmlns:a16="http://schemas.microsoft.com/office/drawing/2014/main" id="{FDF24399-932F-481F-8B80-94598680DBAC}"/>
              </a:ext>
            </a:extLst>
          </p:cNvPr>
          <p:cNvSpPr>
            <a:spLocks xmlns:a="http://schemas.openxmlformats.org/drawingml/2006/main" noGrp="1"/>
          </p:cNvSpPr>
          <p:nvPr/>
        </p:nvSpPr>
        <p:spPr>
          <a:xfrm xmlns:a="http://schemas.openxmlformats.org/drawingml/2006/main">
            <a:off x="7391400" y="3533775"/>
            <a:ext cx="323850" cy="276225"/>
          </a:xfrm>
          <a:prstGeom xmlns:a="http://schemas.openxmlformats.org/drawingml/2006/main" prst="roundRect">
            <a:avLst>
              <a:gd name="adj" fmla="val 13793"/>
            </a:avLst>
          </a:prstGeom>
          <a:solidFill xmlns:a="http://schemas.openxmlformats.org/drawingml/2006/main">
            <a:srgbClr val="172943"/>
          </a:solidFill>
          <a:ln xmlns:a="http://schemas.openxmlformats.org/drawingml/2006/main" w="0">
            <a:noFill/>
          </a:ln>
        </p:spPr>
      </p:sp>
      <p:sp>
        <p:nvSpPr>
          <p:cNvPr id="28" name="step-num-3">
            <a:extLst xmlns:a="http://schemas.openxmlformats.org/drawingml/2006/main">
              <a:ext uri="{FF2B5EF4-FFF2-40B4-BE49-F238E27FC236}">
                <a16:creationId xmlns:a16="http://schemas.microsoft.com/office/drawing/2014/main" id="{FCB0D4FD-D92D-4CEA-9C9D-A6826C4BA9C5}"/>
              </a:ext>
            </a:extLst>
          </p:cNvPr>
          <p:cNvSpPr>
            <a:spLocks xmlns:a="http://schemas.openxmlformats.org/drawingml/2006/main" noGrp="1"/>
          </p:cNvSpPr>
          <p:nvPr/>
        </p:nvSpPr>
        <p:spPr>
          <a:xfrm xmlns:a="http://schemas.openxmlformats.org/drawingml/2006/main">
            <a:off x="7458075" y="3571875"/>
            <a:ext cx="19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04</a:t>
            </a:r>
          </a:p>
        </p:txBody>
      </p:sp>
      <p:sp>
        <p:nvSpPr>
          <p:cNvPr id="29" name="step-label-3">
            <a:extLst xmlns:a="http://schemas.openxmlformats.org/drawingml/2006/main">
              <a:ext uri="{FF2B5EF4-FFF2-40B4-BE49-F238E27FC236}">
                <a16:creationId xmlns:a16="http://schemas.microsoft.com/office/drawing/2014/main" id="{174AC520-F5C5-4FE5-8411-F6E03F378719}"/>
              </a:ext>
            </a:extLst>
          </p:cNvPr>
          <p:cNvSpPr>
            <a:spLocks xmlns:a="http://schemas.openxmlformats.org/drawingml/2006/main" noGrp="1"/>
          </p:cNvSpPr>
          <p:nvPr/>
        </p:nvSpPr>
        <p:spPr>
          <a:xfrm xmlns:a="http://schemas.openxmlformats.org/drawingml/2006/main">
            <a:off x="7858125" y="3543300"/>
            <a:ext cx="3724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E8EEF7"/>
                </a:solidFill>
              </a:defRPr>
            </a:defPPr>
            <a:lvl1pPr algn="l">
              <a:defRPr sz="1650" b="0">
                <a:solidFill>
                  <a:srgbClr val="E8EEF7"/>
                </a:solidFill>
              </a:defRPr>
            </a:lvl1pPr>
            <a:lvl2pPr algn="l">
              <a:defRPr sz="1650" b="0">
                <a:solidFill>
                  <a:srgbClr val="E8EEF7"/>
                </a:solidFill>
              </a:defRPr>
            </a:lvl2pPr>
            <a:lvl3pPr algn="l">
              <a:defRPr sz="1650" b="0">
                <a:solidFill>
                  <a:srgbClr val="E8EEF7"/>
                </a:solidFill>
              </a:defRPr>
            </a:lvl3pPr>
            <a:lvl4pPr algn="l">
              <a:defRPr sz="1650" b="0">
                <a:solidFill>
                  <a:srgbClr val="E8EEF7"/>
                </a:solidFill>
              </a:defRPr>
            </a:lvl4pPr>
            <a:lvl5pPr algn="l">
              <a:defRPr sz="1650" b="0">
                <a:solidFill>
                  <a:srgbClr val="E8EEF7"/>
                </a:solidFill>
              </a:defRPr>
            </a:lvl5pPr>
            <a:lvl6pPr algn="l">
              <a:defRPr sz="1650" b="0">
                <a:solidFill>
                  <a:srgbClr val="E8EEF7"/>
                </a:solidFill>
              </a:defRPr>
            </a:lvl6pPr>
            <a:lvl7pPr algn="l">
              <a:defRPr sz="1650" b="0">
                <a:solidFill>
                  <a:srgbClr val="E8EEF7"/>
                </a:solidFill>
              </a:defRPr>
            </a:lvl7pPr>
            <a:lvl8pPr algn="l">
              <a:defRPr sz="1650" b="0">
                <a:solidFill>
                  <a:srgbClr val="E8EEF7"/>
                </a:solidFill>
              </a:defRPr>
            </a:lvl8pPr>
            <a:lvl9pPr algn="l">
              <a:defRPr sz="1650" b="0">
                <a:solidFill>
                  <a:srgbClr val="E8EEF7"/>
                </a:solidFill>
              </a:defRPr>
            </a:lvl9pPr>
          </a:lstStyle>
          <a:p xmlns:a="http://schemas.openxmlformats.org/drawingml/2006/main">
            <a:pPr algn="l">
              <a:defRPr sz="1650" b="0">
                <a:solidFill>
                  <a:srgbClr val="E8EEF7"/>
                </a:solidFill>
              </a:defRPr>
            </a:pPr>
            <a:r>
              <a:rPr sz="1650" b="0">
                <a:solidFill>
                  <a:srgbClr val="E8EEF7"/>
                </a:solidFill>
              </a:rPr>
              <a:t>Explicar con IA*</a:t>
            </a:r>
          </a:p>
        </p:txBody>
      </p:sp>
      <p:sp>
        <p:nvSpPr>
          <p:cNvPr id="30" name="step-num-4-bg">
            <a:extLst xmlns:a="http://schemas.openxmlformats.org/drawingml/2006/main">
              <a:ext uri="{FF2B5EF4-FFF2-40B4-BE49-F238E27FC236}">
                <a16:creationId xmlns:a16="http://schemas.microsoft.com/office/drawing/2014/main" id="{70043201-4678-44C8-BA23-AA89C05C83E5}"/>
              </a:ext>
            </a:extLst>
          </p:cNvPr>
          <p:cNvSpPr>
            <a:spLocks xmlns:a="http://schemas.openxmlformats.org/drawingml/2006/main" noGrp="1"/>
          </p:cNvSpPr>
          <p:nvPr/>
        </p:nvSpPr>
        <p:spPr>
          <a:xfrm xmlns:a="http://schemas.openxmlformats.org/drawingml/2006/main">
            <a:off x="7391400" y="4019550"/>
            <a:ext cx="323850" cy="276225"/>
          </a:xfrm>
          <a:prstGeom xmlns:a="http://schemas.openxmlformats.org/drawingml/2006/main" prst="roundRect">
            <a:avLst>
              <a:gd name="adj" fmla="val 13793"/>
            </a:avLst>
          </a:prstGeom>
          <a:solidFill xmlns:a="http://schemas.openxmlformats.org/drawingml/2006/main">
            <a:srgbClr val="172943"/>
          </a:solidFill>
          <a:ln xmlns:a="http://schemas.openxmlformats.org/drawingml/2006/main" w="0">
            <a:noFill/>
          </a:ln>
        </p:spPr>
      </p:sp>
      <p:sp>
        <p:nvSpPr>
          <p:cNvPr id="31" name="step-num-4">
            <a:extLst xmlns:a="http://schemas.openxmlformats.org/drawingml/2006/main">
              <a:ext uri="{FF2B5EF4-FFF2-40B4-BE49-F238E27FC236}">
                <a16:creationId xmlns:a16="http://schemas.microsoft.com/office/drawing/2014/main" id="{5EBCB6F4-5AA7-4B99-9861-0C67BE9DB398}"/>
              </a:ext>
            </a:extLst>
          </p:cNvPr>
          <p:cNvSpPr>
            <a:spLocks xmlns:a="http://schemas.openxmlformats.org/drawingml/2006/main" noGrp="1"/>
          </p:cNvSpPr>
          <p:nvPr/>
        </p:nvSpPr>
        <p:spPr>
          <a:xfrm xmlns:a="http://schemas.openxmlformats.org/drawingml/2006/main">
            <a:off x="7458075" y="4057650"/>
            <a:ext cx="19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00" b="1">
                <a:solidFill>
                  <a:srgbClr val="58C6E4"/>
                </a:solidFill>
              </a:defRPr>
            </a:defPPr>
            <a:lvl1pPr algn="ctr">
              <a:defRPr sz="1200" b="1">
                <a:solidFill>
                  <a:srgbClr val="58C6E4"/>
                </a:solidFill>
              </a:defRPr>
            </a:lvl1pPr>
            <a:lvl2pPr algn="ctr">
              <a:defRPr sz="1200" b="1">
                <a:solidFill>
                  <a:srgbClr val="58C6E4"/>
                </a:solidFill>
              </a:defRPr>
            </a:lvl2pPr>
            <a:lvl3pPr algn="ctr">
              <a:defRPr sz="1200" b="1">
                <a:solidFill>
                  <a:srgbClr val="58C6E4"/>
                </a:solidFill>
              </a:defRPr>
            </a:lvl3pPr>
            <a:lvl4pPr algn="ctr">
              <a:defRPr sz="1200" b="1">
                <a:solidFill>
                  <a:srgbClr val="58C6E4"/>
                </a:solidFill>
              </a:defRPr>
            </a:lvl4pPr>
            <a:lvl5pPr algn="ctr">
              <a:defRPr sz="1200" b="1">
                <a:solidFill>
                  <a:srgbClr val="58C6E4"/>
                </a:solidFill>
              </a:defRPr>
            </a:lvl5pPr>
            <a:lvl6pPr algn="ctr">
              <a:defRPr sz="1200" b="1">
                <a:solidFill>
                  <a:srgbClr val="58C6E4"/>
                </a:solidFill>
              </a:defRPr>
            </a:lvl6pPr>
            <a:lvl7pPr algn="ctr">
              <a:defRPr sz="1200" b="1">
                <a:solidFill>
                  <a:srgbClr val="58C6E4"/>
                </a:solidFill>
              </a:defRPr>
            </a:lvl7pPr>
            <a:lvl8pPr algn="ctr">
              <a:defRPr sz="1200" b="1">
                <a:solidFill>
                  <a:srgbClr val="58C6E4"/>
                </a:solidFill>
              </a:defRPr>
            </a:lvl8pPr>
            <a:lvl9pPr algn="ctr">
              <a:defRPr sz="1200" b="1">
                <a:solidFill>
                  <a:srgbClr val="58C6E4"/>
                </a:solidFill>
              </a:defRPr>
            </a:lvl9pPr>
          </a:lstStyle>
          <a:p xmlns:a="http://schemas.openxmlformats.org/drawingml/2006/main">
            <a:pPr algn="ctr">
              <a:defRPr sz="1200" b="1">
                <a:solidFill>
                  <a:srgbClr val="58C6E4"/>
                </a:solidFill>
              </a:defRPr>
            </a:pPr>
            <a:r>
              <a:rPr sz="1200" b="1">
                <a:solidFill>
                  <a:srgbClr val="58C6E4"/>
                </a:solidFill>
              </a:rPr>
              <a:t>05</a:t>
            </a:r>
          </a:p>
        </p:txBody>
      </p:sp>
      <p:sp>
        <p:nvSpPr>
          <p:cNvPr id="32" name="step-label-4">
            <a:extLst xmlns:a="http://schemas.openxmlformats.org/drawingml/2006/main">
              <a:ext uri="{FF2B5EF4-FFF2-40B4-BE49-F238E27FC236}">
                <a16:creationId xmlns:a16="http://schemas.microsoft.com/office/drawing/2014/main" id="{A1AECF2A-B4DA-49A0-B0B0-74B63904ACED}"/>
              </a:ext>
            </a:extLst>
          </p:cNvPr>
          <p:cNvSpPr>
            <a:spLocks xmlns:a="http://schemas.openxmlformats.org/drawingml/2006/main" noGrp="1"/>
          </p:cNvSpPr>
          <p:nvPr/>
        </p:nvSpPr>
        <p:spPr>
          <a:xfrm xmlns:a="http://schemas.openxmlformats.org/drawingml/2006/main">
            <a:off x="7858125" y="4029075"/>
            <a:ext cx="3724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E8EEF7"/>
                </a:solidFill>
              </a:defRPr>
            </a:defPPr>
            <a:lvl1pPr algn="l">
              <a:defRPr sz="1650" b="0">
                <a:solidFill>
                  <a:srgbClr val="E8EEF7"/>
                </a:solidFill>
              </a:defRPr>
            </a:lvl1pPr>
            <a:lvl2pPr algn="l">
              <a:defRPr sz="1650" b="0">
                <a:solidFill>
                  <a:srgbClr val="E8EEF7"/>
                </a:solidFill>
              </a:defRPr>
            </a:lvl2pPr>
            <a:lvl3pPr algn="l">
              <a:defRPr sz="1650" b="0">
                <a:solidFill>
                  <a:srgbClr val="E8EEF7"/>
                </a:solidFill>
              </a:defRPr>
            </a:lvl3pPr>
            <a:lvl4pPr algn="l">
              <a:defRPr sz="1650" b="0">
                <a:solidFill>
                  <a:srgbClr val="E8EEF7"/>
                </a:solidFill>
              </a:defRPr>
            </a:lvl4pPr>
            <a:lvl5pPr algn="l">
              <a:defRPr sz="1650" b="0">
                <a:solidFill>
                  <a:srgbClr val="E8EEF7"/>
                </a:solidFill>
              </a:defRPr>
            </a:lvl5pPr>
            <a:lvl6pPr algn="l">
              <a:defRPr sz="1650" b="0">
                <a:solidFill>
                  <a:srgbClr val="E8EEF7"/>
                </a:solidFill>
              </a:defRPr>
            </a:lvl6pPr>
            <a:lvl7pPr algn="l">
              <a:defRPr sz="1650" b="0">
                <a:solidFill>
                  <a:srgbClr val="E8EEF7"/>
                </a:solidFill>
              </a:defRPr>
            </a:lvl7pPr>
            <a:lvl8pPr algn="l">
              <a:defRPr sz="1650" b="0">
                <a:solidFill>
                  <a:srgbClr val="E8EEF7"/>
                </a:solidFill>
              </a:defRPr>
            </a:lvl8pPr>
            <a:lvl9pPr algn="l">
              <a:defRPr sz="1650" b="0">
                <a:solidFill>
                  <a:srgbClr val="E8EEF7"/>
                </a:solidFill>
              </a:defRPr>
            </a:lvl9pPr>
          </a:lstStyle>
          <a:p xmlns:a="http://schemas.openxmlformats.org/drawingml/2006/main">
            <a:pPr algn="l">
              <a:defRPr sz="1650" b="0">
                <a:solidFill>
                  <a:srgbClr val="E8EEF7"/>
                </a:solidFill>
              </a:defRPr>
            </a:pPr>
            <a:r>
              <a:rPr sz="1650" b="0">
                <a:solidFill>
                  <a:srgbClr val="E8EEF7"/>
                </a:solidFill>
              </a:rPr>
              <a:t>Pregunta conversacional*</a:t>
            </a:r>
          </a:p>
        </p:txBody>
      </p:sp>
      <p:sp>
        <p:nvSpPr>
          <p:cNvPr id="33" name="ia-demo-note">
            <a:extLst xmlns:a="http://schemas.openxmlformats.org/drawingml/2006/main">
              <a:ext uri="{FF2B5EF4-FFF2-40B4-BE49-F238E27FC236}">
                <a16:creationId xmlns:a16="http://schemas.microsoft.com/office/drawing/2014/main" id="{6C31B86A-0BEA-4A53-AF44-238F1D14A255}"/>
              </a:ext>
            </a:extLst>
          </p:cNvPr>
          <p:cNvSpPr>
            <a:spLocks xmlns:a="http://schemas.openxmlformats.org/drawingml/2006/main" noGrp="1"/>
          </p:cNvSpPr>
          <p:nvPr/>
        </p:nvSpPr>
        <p:spPr>
          <a:xfrm xmlns:a="http://schemas.openxmlformats.org/drawingml/2006/main">
            <a:off x="7391400" y="4705350"/>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 La IA debe revalidarse antes de exponer.</a:t>
            </a:r>
          </a:p>
          <a:p xmlns:a="http://schemas.openxmlformats.org/drawingml/2006/main">
            <a:pPr algn="l">
              <a:defRPr sz="1275" b="0">
                <a:solidFill>
                  <a:srgbClr val="A5B6CD"/>
                </a:solidFill>
              </a:defRPr>
            </a:pPr>
            <a:r>
              <a:rPr sz="1275" b="0">
                <a:solidFill>
                  <a:srgbClr val="A5B6CD"/>
                </a:solidFill>
              </a:rPr>
              <a:t>Respaldo histórico: 25/10.</a:t>
            </a:r>
          </a:p>
        </p:txBody>
      </p:sp>
      <p:sp>
        <p:nvSpPr>
          <p:cNvPr id="34" name="fuente-captura">
            <a:extLst xmlns:a="http://schemas.openxmlformats.org/drawingml/2006/main">
              <a:ext uri="{FF2B5EF4-FFF2-40B4-BE49-F238E27FC236}">
                <a16:creationId xmlns:a16="http://schemas.microsoft.com/office/drawing/2014/main" id="{71B04B24-4260-4E81-B4B6-EEA1EFCA9609}"/>
              </a:ext>
            </a:extLst>
          </p:cNvPr>
          <p:cNvSpPr>
            <a:spLocks xmlns:a="http://schemas.openxmlformats.org/drawingml/2006/main" noGrp="1"/>
          </p:cNvSpPr>
          <p:nvPr/>
        </p:nvSpPr>
        <p:spPr>
          <a:xfrm xmlns:a="http://schemas.openxmlformats.org/drawingml/2006/main">
            <a:off x="609600" y="5153025"/>
            <a:ext cx="640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Captura real 26/10: archivo sintético, 14 reglas y 12 Findings.</a:t>
            </a:r>
          </a:p>
        </p:txBody>
      </p:sp>
      <p:graphicFrame>
        <p:nvGraphicFramePr>
          <p:cNvPr id="35" name="">
            <a:extLst xmlns:a="http://schemas.openxmlformats.org/drawingml/2006/main">
              <a:ext uri="{FF2B5EF4-FFF2-40B4-BE49-F238E27FC236}">
                <a16:creationId xmlns:a16="http://schemas.microsoft.com/office/drawing/2014/main" id="{CA08FD5D-27A8-4BCC-A98E-F62EB4C5DEE4}"/>
              </a:ext>
            </a:extLst>
          </p:cNvPr>
          <p:cNvGraphicFramePr/>
          <p:nvPr/>
        </p:nvGraphicFramePr>
        <p:xfrm>
          <a:off xmlns:a="http://schemas.openxmlformats.org/drawingml/2006/main" x="609600" y="5429250"/>
          <a:ext xmlns:a="http://schemas.openxmlformats.org/drawingml/2006/main" cx="10972800" cy="895350"/>
        </p:xfrm>
        <a:graphic xmlns:a="http://schemas.openxmlformats.org/drawingml/2006/main">
          <a:graphicData uri="http://schemas.openxmlformats.org/drawingml/2006/table">
            <a:tbl>
              <a:tblPr/>
              <a:tblGrid>
                <a:gridCol w="4000500"/>
                <a:gridCol w="3962400"/>
                <a:gridCol w="3009900"/>
              </a:tblGrid>
              <a:tr h="285750">
                <a:tc>
                  <a:txBody>
                    <a:bodyPr/>
                    <a:lstStyle/>
                    <a:p>
                      <a:r>
                        <a:rPr sz="1350" b="1">
                          <a:solidFill>
                            <a:srgbClr val="A5B6CD"/>
                          </a:solidFill>
                        </a:rPr>
                        <a:t>PRUEBA</a:t>
                      </a:r>
                    </a:p>
                  </a:txBody>
                  <a:tcPr marL="133350" marR="133350" marT="28575" marB="28575">
                    <a:lnL w="0">
                      <a:noFill/>
                    </a:lnL>
                    <a:lnR w="0">
                      <a:noFill/>
                    </a:lnR>
                    <a:lnT w="0">
                      <a:noFill/>
                    </a:lnT>
                    <a:lnB w="0">
                      <a:noFill/>
                    </a:lnB>
                    <a:solidFill>
                      <a:srgbClr val="1B2F49"/>
                    </a:solidFill>
                  </a:tcPr>
                </a:tc>
                <a:tc>
                  <a:txBody>
                    <a:bodyPr/>
                    <a:lstStyle/>
                    <a:p>
                      <a:r>
                        <a:rPr sz="1350" b="1">
                          <a:solidFill>
                            <a:srgbClr val="A5B6CD"/>
                          </a:solidFill>
                        </a:rPr>
                        <a:t>ESPERADO</a:t>
                      </a:r>
                    </a:p>
                  </a:txBody>
                  <a:tcPr marL="133350" marR="133350" marT="28575" marB="28575">
                    <a:lnR w="0">
                      <a:noFill/>
                    </a:lnR>
                    <a:lnT w="0">
                      <a:noFill/>
                    </a:lnT>
                    <a:lnB w="0">
                      <a:noFill/>
                    </a:lnB>
                    <a:solidFill>
                      <a:srgbClr val="1B2F49"/>
                    </a:solidFill>
                  </a:tcPr>
                </a:tc>
                <a:tc>
                  <a:txBody>
                    <a:bodyPr/>
                    <a:lstStyle/>
                    <a:p>
                      <a:r>
                        <a:rPr sz="1350" b="1">
                          <a:solidFill>
                            <a:srgbClr val="A5B6CD"/>
                          </a:solidFill>
                        </a:rPr>
                        <a:t>OBTENIDO</a:t>
                      </a:r>
                    </a:p>
                  </a:txBody>
                  <a:tcPr marL="133350" marR="133350" marT="28575" marB="28575">
                    <a:lnR w="0">
                      <a:noFill/>
                    </a:lnR>
                    <a:lnT w="0">
                      <a:noFill/>
                    </a:lnT>
                    <a:lnB w="0">
                      <a:noFill/>
                    </a:lnB>
                    <a:solidFill>
                      <a:srgbClr val="1B2F49"/>
                    </a:solidFill>
                  </a:tcPr>
                </a:tc>
              </a:tr>
              <a:tr h="304800">
                <a:tc>
                  <a:txBody>
                    <a:bodyPr/>
                    <a:lstStyle/>
                    <a:p>
                      <a:r>
                        <a:rPr sz="1500" b="0">
                          <a:solidFill>
                            <a:srgbClr val="E8EEF7"/>
                          </a:solidFill>
                        </a:rPr>
                        <a:t>Archivo inseguro</a:t>
                      </a:r>
                    </a:p>
                  </a:txBody>
                  <a:tcPr marL="133350" marR="133350" marT="28575" marB="28575">
                    <a:lnL w="0">
                      <a:noFill/>
                    </a:lnL>
                    <a:lnR w="0">
                      <a:noFill/>
                    </a:lnR>
                    <a:lnB w="0">
                      <a:noFill/>
                    </a:lnB>
                    <a:solidFill>
                      <a:srgbClr val="132137"/>
                    </a:solidFill>
                  </a:tcPr>
                </a:tc>
                <a:tc>
                  <a:txBody>
                    <a:bodyPr/>
                    <a:lstStyle/>
                    <a:p>
                      <a:r>
                        <a:rPr sz="1500" b="0">
                          <a:solidFill>
                            <a:srgbClr val="E8EEF7"/>
                          </a:solidFill>
                        </a:rPr>
                        <a:t>14 evaluaciones / 12 Findings</a:t>
                      </a:r>
                    </a:p>
                  </a:txBody>
                  <a:tcPr marL="133350" marR="133350" marT="28575" marB="28575">
                    <a:lnR w="0">
                      <a:noFill/>
                    </a:lnR>
                    <a:lnB w="0">
                      <a:noFill/>
                    </a:lnB>
                    <a:solidFill>
                      <a:srgbClr val="132137"/>
                    </a:solidFill>
                  </a:tcPr>
                </a:tc>
                <a:tc>
                  <a:txBody>
                    <a:bodyPr/>
                    <a:lstStyle/>
                    <a:p>
                      <a:r>
                        <a:rPr sz="1500" b="0">
                          <a:solidFill>
                            <a:srgbClr val="E8EEF7"/>
                          </a:solidFill>
                        </a:rPr>
                        <a:t>14 / 12</a:t>
                      </a:r>
                    </a:p>
                  </a:txBody>
                  <a:tcPr marL="133350" marR="133350" marT="28575" marB="28575">
                    <a:lnR w="0">
                      <a:noFill/>
                    </a:lnR>
                    <a:lnB w="0">
                      <a:noFill/>
                    </a:lnB>
                    <a:solidFill>
                      <a:srgbClr val="132137"/>
                    </a:solidFill>
                  </a:tcPr>
                </a:tc>
              </a:tr>
              <a:tr h="304800">
                <a:tc>
                  <a:txBody>
                    <a:bodyPr/>
                    <a:lstStyle/>
                    <a:p>
                      <a:r>
                        <a:rPr sz="1500" b="0">
                          <a:solidFill>
                            <a:srgbClr val="E8EEF7"/>
                          </a:solidFill>
                        </a:rPr>
                        <a:t>3 escenarios integrales offline</a:t>
                      </a:r>
                    </a:p>
                  </a:txBody>
                  <a:tcPr marL="133350" marR="133350" marT="28575" marB="28575">
                    <a:lnL w="0">
                      <a:noFill/>
                    </a:lnL>
                    <a:lnR w="0">
                      <a:noFill/>
                    </a:lnR>
                    <a:lnB w="0">
                      <a:noFill/>
                    </a:lnB>
                    <a:solidFill>
                      <a:srgbClr val="15263D"/>
                    </a:solidFill>
                  </a:tcPr>
                </a:tc>
                <a:tc>
                  <a:txBody>
                    <a:bodyPr/>
                    <a:lstStyle/>
                    <a:p>
                      <a:r>
                        <a:rPr sz="1500" b="0">
                          <a:solidFill>
                            <a:srgbClr val="E8EEF7"/>
                          </a:solidFill>
                        </a:rPr>
                        <a:t>63 coincidencias</a:t>
                      </a:r>
                    </a:p>
                  </a:txBody>
                  <a:tcPr marL="133350" marR="133350" marT="28575" marB="28575">
                    <a:lnR w="0">
                      <a:noFill/>
                    </a:lnR>
                    <a:lnB w="0">
                      <a:noFill/>
                    </a:lnB>
                    <a:solidFill>
                      <a:srgbClr val="15263D"/>
                    </a:solidFill>
                  </a:tcPr>
                </a:tc>
                <a:tc>
                  <a:txBody>
                    <a:bodyPr/>
                    <a:lstStyle/>
                    <a:p>
                      <a:r>
                        <a:rPr sz="1500" b="0">
                          <a:solidFill>
                            <a:srgbClr val="E8EEF7"/>
                          </a:solidFill>
                        </a:rPr>
                        <a:t>63/63</a:t>
                      </a:r>
                    </a:p>
                  </a:txBody>
                  <a:tcPr marL="133350" marR="133350" marT="28575" marB="28575">
                    <a:lnR w="0">
                      <a:noFill/>
                    </a:lnR>
                    <a:lnB w="0">
                      <a:noFill/>
                    </a:lnB>
                    <a:solidFill>
                      <a:srgbClr val="15263D"/>
                    </a:solidFill>
                  </a:tcPr>
                </a:tc>
              </a:tr>
            </a:tbl>
          </a:graphicData>
        </a:graphic>
      </p:graphicFrame>
      <p:sp>
        <p:nvSpPr>
          <p:cNvPr id="36" name="line-150">
            <a:extLst xmlns:a="http://schemas.openxmlformats.org/drawingml/2006/main">
              <a:ext uri="{FF2B5EF4-FFF2-40B4-BE49-F238E27FC236}">
                <a16:creationId xmlns:a16="http://schemas.microsoft.com/office/drawing/2014/main" id="{DCC5AACF-4CD9-4FBC-A445-5477A45F5D67}"/>
              </a:ext>
            </a:extLst>
          </p:cNvPr>
          <p:cNvSpPr>
            <a:spLocks xmlns:a="http://schemas.openxmlformats.org/drawingml/2006/main" noGrp="1"/>
          </p:cNvSpPr>
          <p:nvPr/>
        </p:nvSpPr>
        <p:spPr>
          <a:xfrm xmlns:a="http://schemas.openxmlformats.org/drawingml/2006/main">
            <a:off x="609600" y="571500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37" name="line-151">
            <a:extLst xmlns:a="http://schemas.openxmlformats.org/drawingml/2006/main">
              <a:ext uri="{FF2B5EF4-FFF2-40B4-BE49-F238E27FC236}">
                <a16:creationId xmlns:a16="http://schemas.microsoft.com/office/drawing/2014/main" id="{AAF2164D-5088-4AD8-9A85-03CA1530502B}"/>
              </a:ext>
            </a:extLst>
          </p:cNvPr>
          <p:cNvSpPr>
            <a:spLocks xmlns:a="http://schemas.openxmlformats.org/drawingml/2006/main" noGrp="1"/>
          </p:cNvSpPr>
          <p:nvPr/>
        </p:nvSpPr>
        <p:spPr>
          <a:xfrm xmlns:a="http://schemas.openxmlformats.org/drawingml/2006/main">
            <a:off x="609600" y="601980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38" name="line-152">
            <a:extLst xmlns:a="http://schemas.openxmlformats.org/drawingml/2006/main">
              <a:ext uri="{FF2B5EF4-FFF2-40B4-BE49-F238E27FC236}">
                <a16:creationId xmlns:a16="http://schemas.microsoft.com/office/drawing/2014/main" id="{C67710DE-FD37-450F-8369-5659EE6130E3}"/>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39" name="campana-sintetica">
            <a:extLst xmlns:a="http://schemas.openxmlformats.org/drawingml/2006/main">
              <a:ext uri="{FF2B5EF4-FFF2-40B4-BE49-F238E27FC236}">
                <a16:creationId xmlns:a16="http://schemas.microsoft.com/office/drawing/2014/main" id="{D770BC43-DA8D-4C3B-939E-F5E9B4EFAC98}"/>
              </a:ext>
            </a:extLst>
          </p:cNvPr>
          <p:cNvSpPr>
            <a:spLocks xmlns:a="http://schemas.openxmlformats.org/drawingml/2006/main" noGrp="1"/>
          </p:cNvSpPr>
          <p:nvPr/>
        </p:nvSpPr>
        <p:spPr>
          <a:xfrm xmlns:a="http://schemas.openxmlformats.org/drawingml/2006/main">
            <a:off x="609600" y="6467475"/>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3 escenarios × 21 reglas = 63 evaluaciones coincidentes (offline, fuentes sintéticas)</a:t>
            </a:r>
          </a:p>
        </p:txBody>
      </p:sp>
    </p:spTree>
    <p:extLst>
      <p:ext uri="{BB962C8B-B14F-4D97-AF65-F5344CB8AC3E}">
        <p14:creationId xmlns:p14="http://schemas.microsoft.com/office/powerpoint/2010/main" val="913921192"/>
      </p:ext>
    </p:extLst>
  </p:cSld>
</p:sld>
</file>

<file path=ppt/slides/slide8.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5E6901AC-D28F-4057-A0A2-F588ED2E3F79}"/>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Seguridad, QoS y tendencias</a:t>
            </a:r>
          </a:p>
        </p:txBody>
      </p:sp>
      <p:sp>
        <p:nvSpPr>
          <p:cNvPr id="3" name="pagina">
            <a:extLst xmlns:a="http://schemas.openxmlformats.org/drawingml/2006/main">
              <a:ext uri="{FF2B5EF4-FFF2-40B4-BE49-F238E27FC236}">
                <a16:creationId xmlns:a16="http://schemas.microsoft.com/office/drawing/2014/main" id="{20275BF3-69FB-49A8-8448-BD80FAA95493}"/>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08/10</a:t>
            </a:r>
          </a:p>
        </p:txBody>
      </p:sp>
      <p:sp>
        <p:nvSpPr>
          <p:cNvPr id="4" name="node-49">
            <a:extLst xmlns:a="http://schemas.openxmlformats.org/drawingml/2006/main">
              <a:ext uri="{FF2B5EF4-FFF2-40B4-BE49-F238E27FC236}">
                <a16:creationId xmlns:a16="http://schemas.microsoft.com/office/drawing/2014/main" id="{A9B7B9C5-929C-42AE-ABC0-0240AA3470C7}"/>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50">
            <a:extLst xmlns:a="http://schemas.openxmlformats.org/drawingml/2006/main">
              <a:ext uri="{FF2B5EF4-FFF2-40B4-BE49-F238E27FC236}">
                <a16:creationId xmlns:a16="http://schemas.microsoft.com/office/drawing/2014/main" id="{DDAA6513-C284-4780-99E4-7ECBCCA4ADC9}"/>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51">
            <a:extLst xmlns:a="http://schemas.openxmlformats.org/drawingml/2006/main">
              <a:ext uri="{FF2B5EF4-FFF2-40B4-BE49-F238E27FC236}">
                <a16:creationId xmlns:a16="http://schemas.microsoft.com/office/drawing/2014/main" id="{A492B218-083D-4CEA-907B-425776B62851}"/>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52">
            <a:extLst xmlns:a="http://schemas.openxmlformats.org/drawingml/2006/main">
              <a:ext uri="{FF2B5EF4-FFF2-40B4-BE49-F238E27FC236}">
                <a16:creationId xmlns:a16="http://schemas.microsoft.com/office/drawing/2014/main" id="{151D8431-F3CE-4BCD-A06A-556C5E7BE48C}"/>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53">
            <a:extLst xmlns:a="http://schemas.openxmlformats.org/drawingml/2006/main">
              <a:ext uri="{FF2B5EF4-FFF2-40B4-BE49-F238E27FC236}">
                <a16:creationId xmlns:a16="http://schemas.microsoft.com/office/drawing/2014/main" id="{7DC2AEC4-E6C0-4EED-BDA5-BFF333ACDF35}"/>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B9022322-4373-486C-9931-14F5674F53C8}"/>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54">
            <a:extLst xmlns:a="http://schemas.openxmlformats.org/drawingml/2006/main">
              <a:ext uri="{FF2B5EF4-FFF2-40B4-BE49-F238E27FC236}">
                <a16:creationId xmlns:a16="http://schemas.microsoft.com/office/drawing/2014/main" id="{A38AC548-B469-4EA2-BF9C-DE33585E4144}"/>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2376CA08-C718-48BE-B3E9-676584BA01DF}"/>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55">
            <a:extLst xmlns:a="http://schemas.openxmlformats.org/drawingml/2006/main">
              <a:ext uri="{FF2B5EF4-FFF2-40B4-BE49-F238E27FC236}">
                <a16:creationId xmlns:a16="http://schemas.microsoft.com/office/drawing/2014/main" id="{E5578E6C-4465-478A-81F1-576281226FE6}"/>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security-0">
            <a:extLst xmlns:a="http://schemas.openxmlformats.org/drawingml/2006/main">
              <a:ext uri="{FF2B5EF4-FFF2-40B4-BE49-F238E27FC236}">
                <a16:creationId xmlns:a16="http://schemas.microsoft.com/office/drawing/2014/main" id="{79EA6306-B04A-44D8-9C86-01E57CE4919B}"/>
              </a:ext>
            </a:extLst>
          </p:cNvPr>
          <p:cNvSpPr>
            <a:spLocks xmlns:a="http://schemas.openxmlformats.org/drawingml/2006/main" noGrp="1"/>
          </p:cNvSpPr>
          <p:nvPr/>
        </p:nvSpPr>
        <p:spPr>
          <a:xfrm xmlns:a="http://schemas.openxmlformats.org/drawingml/2006/main">
            <a:off x="609600" y="2076450"/>
            <a:ext cx="2571750" cy="2457450"/>
          </a:xfrm>
          <a:prstGeom xmlns:a="http://schemas.openxmlformats.org/drawingml/2006/main" prst="roundRect">
            <a:avLst>
              <a:gd name="adj" fmla="val 3101"/>
            </a:avLst>
          </a:prstGeom>
          <a:solidFill xmlns:a="http://schemas.openxmlformats.org/drawingml/2006/main">
            <a:srgbClr val="132137"/>
          </a:solidFill>
          <a:ln xmlns:a="http://schemas.openxmlformats.org/drawingml/2006/main" w="9525">
            <a:solidFill>
              <a:srgbClr val="263B55"/>
            </a:solidFill>
          </a:ln>
        </p:spPr>
      </p:sp>
      <p:sp>
        <p:nvSpPr>
          <p:cNvPr id="14" name="icon-153">
            <a:extLst xmlns:a="http://schemas.openxmlformats.org/drawingml/2006/main">
              <a:ext uri="{FF2B5EF4-FFF2-40B4-BE49-F238E27FC236}">
                <a16:creationId xmlns:a16="http://schemas.microsoft.com/office/drawing/2014/main" id="{C6D4C1C7-2970-4A01-929A-F7F645D0EEDA}"/>
              </a:ext>
            </a:extLst>
          </p:cNvPr>
          <p:cNvSpPr>
            <a:spLocks xmlns:a="http://schemas.openxmlformats.org/drawingml/2006/main" noGrp="1"/>
          </p:cNvSpPr>
          <p:nvPr/>
        </p:nvSpPr>
        <p:spPr>
          <a:xfrm xmlns:a="http://schemas.openxmlformats.org/drawingml/2006/main">
            <a:off x="800100" y="2352675"/>
            <a:ext cx="266700" cy="152400"/>
          </a:xfrm>
          <a:prstGeom xmlns:a="http://schemas.openxmlformats.org/drawingml/2006/main" prst="ellipse">
            <a:avLst/>
          </a:prstGeom>
          <a:noFill xmlns:a="http://schemas.openxmlformats.org/drawingml/2006/main"/>
          <a:ln xmlns:a="http://schemas.openxmlformats.org/drawingml/2006/main" w="16193">
            <a:solidFill>
              <a:srgbClr val="58C6E4"/>
            </a:solidFill>
          </a:ln>
        </p:spPr>
      </p:sp>
      <p:sp>
        <p:nvSpPr>
          <p:cNvPr id="15" name="icon-154">
            <a:extLst xmlns:a="http://schemas.openxmlformats.org/drawingml/2006/main">
              <a:ext uri="{FF2B5EF4-FFF2-40B4-BE49-F238E27FC236}">
                <a16:creationId xmlns:a16="http://schemas.microsoft.com/office/drawing/2014/main" id="{1CFB6B4F-1056-48E3-9D69-F0CD7BCBCDA2}"/>
              </a:ext>
            </a:extLst>
          </p:cNvPr>
          <p:cNvSpPr>
            <a:spLocks xmlns:a="http://schemas.openxmlformats.org/drawingml/2006/main" noGrp="1"/>
          </p:cNvSpPr>
          <p:nvPr/>
        </p:nvSpPr>
        <p:spPr>
          <a:xfrm xmlns:a="http://schemas.openxmlformats.org/drawingml/2006/main">
            <a:off x="895350" y="2390775"/>
            <a:ext cx="76200" cy="76200"/>
          </a:xfrm>
          <a:prstGeom xmlns:a="http://schemas.openxmlformats.org/drawingml/2006/main" prst="ellipse">
            <a:avLst/>
          </a:prstGeom>
          <a:noFill xmlns:a="http://schemas.openxmlformats.org/drawingml/2006/main"/>
          <a:ln xmlns:a="http://schemas.openxmlformats.org/drawingml/2006/main" w="15240">
            <a:solidFill>
              <a:srgbClr val="58C6E4"/>
            </a:solidFill>
          </a:ln>
        </p:spPr>
      </p:sp>
      <p:sp>
        <p:nvSpPr>
          <p:cNvPr id="16" name="security-title-0">
            <a:extLst xmlns:a="http://schemas.openxmlformats.org/drawingml/2006/main">
              <a:ext uri="{FF2B5EF4-FFF2-40B4-BE49-F238E27FC236}">
                <a16:creationId xmlns:a16="http://schemas.microsoft.com/office/drawing/2014/main" id="{D79F1C72-F450-4E18-9652-E21B0727D10F}"/>
              </a:ext>
            </a:extLst>
          </p:cNvPr>
          <p:cNvSpPr>
            <a:spLocks xmlns:a="http://schemas.openxmlformats.org/drawingml/2006/main" noGrp="1"/>
          </p:cNvSpPr>
          <p:nvPr/>
        </p:nvSpPr>
        <p:spPr>
          <a:xfrm xmlns:a="http://schemas.openxmlformats.org/drawingml/2006/main">
            <a:off x="800100" y="27336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Solo lectura</a:t>
            </a:r>
          </a:p>
        </p:txBody>
      </p:sp>
      <p:sp>
        <p:nvSpPr>
          <p:cNvPr id="17" name="security-body-0">
            <a:extLst xmlns:a="http://schemas.openxmlformats.org/drawingml/2006/main">
              <a:ext uri="{FF2B5EF4-FFF2-40B4-BE49-F238E27FC236}">
                <a16:creationId xmlns:a16="http://schemas.microsoft.com/office/drawing/2014/main" id="{C22877E4-0B7D-4F07-ABBF-1E068FC05D21}"/>
              </a:ext>
            </a:extLst>
          </p:cNvPr>
          <p:cNvSpPr>
            <a:spLocks xmlns:a="http://schemas.openxmlformats.org/drawingml/2006/main" noGrp="1"/>
          </p:cNvSpPr>
          <p:nvPr/>
        </p:nvSpPr>
        <p:spPr>
          <a:xfrm xmlns:a="http://schemas.openxmlformats.org/drawingml/2006/main">
            <a:off x="800100" y="320992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Netmiko usa ocho comandos show autorizados. No aplica configuraciones.</a:t>
            </a:r>
          </a:p>
        </p:txBody>
      </p:sp>
      <p:sp>
        <p:nvSpPr>
          <p:cNvPr id="18" name="security-1">
            <a:extLst xmlns:a="http://schemas.openxmlformats.org/drawingml/2006/main">
              <a:ext uri="{FF2B5EF4-FFF2-40B4-BE49-F238E27FC236}">
                <a16:creationId xmlns:a16="http://schemas.microsoft.com/office/drawing/2014/main" id="{53D77897-A239-4844-95C1-532D55DEEF5F}"/>
              </a:ext>
            </a:extLst>
          </p:cNvPr>
          <p:cNvSpPr>
            <a:spLocks xmlns:a="http://schemas.openxmlformats.org/drawingml/2006/main" noGrp="1"/>
          </p:cNvSpPr>
          <p:nvPr/>
        </p:nvSpPr>
        <p:spPr>
          <a:xfrm xmlns:a="http://schemas.openxmlformats.org/drawingml/2006/main">
            <a:off x="3409950" y="2076450"/>
            <a:ext cx="2571750" cy="2457450"/>
          </a:xfrm>
          <a:prstGeom xmlns:a="http://schemas.openxmlformats.org/drawingml/2006/main" prst="roundRect">
            <a:avLst>
              <a:gd name="adj" fmla="val 3101"/>
            </a:avLst>
          </a:prstGeom>
          <a:solidFill xmlns:a="http://schemas.openxmlformats.org/drawingml/2006/main">
            <a:srgbClr val="132137"/>
          </a:solidFill>
          <a:ln xmlns:a="http://schemas.openxmlformats.org/drawingml/2006/main" w="9525">
            <a:solidFill>
              <a:srgbClr val="263B55"/>
            </a:solidFill>
          </a:ln>
        </p:spPr>
      </p:sp>
      <p:sp>
        <p:nvSpPr>
          <p:cNvPr id="19" name="line-155">
            <a:extLst xmlns:a="http://schemas.openxmlformats.org/drawingml/2006/main">
              <a:ext uri="{FF2B5EF4-FFF2-40B4-BE49-F238E27FC236}">
                <a16:creationId xmlns:a16="http://schemas.microsoft.com/office/drawing/2014/main" id="{EF8D51A2-C50C-456A-9EFC-916C127CB110}"/>
              </a:ext>
            </a:extLst>
          </p:cNvPr>
          <p:cNvSpPr>
            <a:spLocks xmlns:a="http://schemas.openxmlformats.org/drawingml/2006/main" noGrp="1"/>
          </p:cNvSpPr>
          <p:nvPr/>
        </p:nvSpPr>
        <p:spPr>
          <a:xfrm xmlns:a="http://schemas.openxmlformats.org/drawingml/2006/main">
            <a:off x="3609975" y="2324100"/>
            <a:ext cx="24765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0" name="line-156">
            <a:extLst xmlns:a="http://schemas.openxmlformats.org/drawingml/2006/main">
              <a:ext uri="{FF2B5EF4-FFF2-40B4-BE49-F238E27FC236}">
                <a16:creationId xmlns:a16="http://schemas.microsoft.com/office/drawing/2014/main" id="{A5FE471F-2D2E-41A7-A5A6-36936FB55809}"/>
              </a:ext>
            </a:extLst>
          </p:cNvPr>
          <p:cNvSpPr>
            <a:spLocks xmlns:a="http://schemas.openxmlformats.org/drawingml/2006/main" noGrp="1"/>
          </p:cNvSpPr>
          <p:nvPr/>
        </p:nvSpPr>
        <p:spPr>
          <a:xfrm xmlns:a="http://schemas.openxmlformats.org/drawingml/2006/main">
            <a:off x="3648075" y="2409825"/>
            <a:ext cx="17145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1" name="line-157">
            <a:extLst xmlns:a="http://schemas.openxmlformats.org/drawingml/2006/main">
              <a:ext uri="{FF2B5EF4-FFF2-40B4-BE49-F238E27FC236}">
                <a16:creationId xmlns:a16="http://schemas.microsoft.com/office/drawing/2014/main" id="{1BCDF73F-F883-40B8-A8DC-967B5B5AC952}"/>
              </a:ext>
            </a:extLst>
          </p:cNvPr>
          <p:cNvSpPr>
            <a:spLocks xmlns:a="http://schemas.openxmlformats.org/drawingml/2006/main" noGrp="1"/>
          </p:cNvSpPr>
          <p:nvPr/>
        </p:nvSpPr>
        <p:spPr>
          <a:xfrm xmlns:a="http://schemas.openxmlformats.org/drawingml/2006/main">
            <a:off x="3695700" y="2495550"/>
            <a:ext cx="762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22" name="node-158">
            <a:extLst xmlns:a="http://schemas.openxmlformats.org/drawingml/2006/main">
              <a:ext uri="{FF2B5EF4-FFF2-40B4-BE49-F238E27FC236}">
                <a16:creationId xmlns:a16="http://schemas.microsoft.com/office/drawing/2014/main" id="{5217D7DA-7BC7-4D87-833A-06E8814AF7ED}"/>
              </a:ext>
            </a:extLst>
          </p:cNvPr>
          <p:cNvSpPr>
            <a:spLocks xmlns:a="http://schemas.openxmlformats.org/drawingml/2006/main" noGrp="1"/>
          </p:cNvSpPr>
          <p:nvPr/>
        </p:nvSpPr>
        <p:spPr>
          <a:xfrm xmlns:a="http://schemas.openxmlformats.org/drawingml/2006/main">
            <a:off x="3648075" y="2305050"/>
            <a:ext cx="38100" cy="3810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23" name="node-159">
            <a:extLst xmlns:a="http://schemas.openxmlformats.org/drawingml/2006/main">
              <a:ext uri="{FF2B5EF4-FFF2-40B4-BE49-F238E27FC236}">
                <a16:creationId xmlns:a16="http://schemas.microsoft.com/office/drawing/2014/main" id="{B983EC38-051D-457C-BB1C-E21B872C8416}"/>
              </a:ext>
            </a:extLst>
          </p:cNvPr>
          <p:cNvSpPr>
            <a:spLocks xmlns:a="http://schemas.openxmlformats.org/drawingml/2006/main" noGrp="1"/>
          </p:cNvSpPr>
          <p:nvPr/>
        </p:nvSpPr>
        <p:spPr>
          <a:xfrm xmlns:a="http://schemas.openxmlformats.org/drawingml/2006/main">
            <a:off x="3771900" y="2390775"/>
            <a:ext cx="38100" cy="3810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24" name="node-160">
            <a:extLst xmlns:a="http://schemas.openxmlformats.org/drawingml/2006/main">
              <a:ext uri="{FF2B5EF4-FFF2-40B4-BE49-F238E27FC236}">
                <a16:creationId xmlns:a16="http://schemas.microsoft.com/office/drawing/2014/main" id="{7346606D-ACE6-4FD3-833C-008D23FF5D39}"/>
              </a:ext>
            </a:extLst>
          </p:cNvPr>
          <p:cNvSpPr>
            <a:spLocks xmlns:a="http://schemas.openxmlformats.org/drawingml/2006/main" noGrp="1"/>
          </p:cNvSpPr>
          <p:nvPr/>
        </p:nvSpPr>
        <p:spPr>
          <a:xfrm xmlns:a="http://schemas.openxmlformats.org/drawingml/2006/main">
            <a:off x="3705225" y="2476500"/>
            <a:ext cx="38100" cy="38100"/>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25" name="security-title-1">
            <a:extLst xmlns:a="http://schemas.openxmlformats.org/drawingml/2006/main">
              <a:ext uri="{FF2B5EF4-FFF2-40B4-BE49-F238E27FC236}">
                <a16:creationId xmlns:a16="http://schemas.microsoft.com/office/drawing/2014/main" id="{05921239-2C6B-4F72-BEE4-CCEB601B95C1}"/>
              </a:ext>
            </a:extLst>
          </p:cNvPr>
          <p:cNvSpPr>
            <a:spLocks xmlns:a="http://schemas.openxmlformats.org/drawingml/2006/main" noGrp="1"/>
          </p:cNvSpPr>
          <p:nvPr/>
        </p:nvSpPr>
        <p:spPr>
          <a:xfrm xmlns:a="http://schemas.openxmlformats.org/drawingml/2006/main">
            <a:off x="3600450" y="27336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Sanitización</a:t>
            </a:r>
          </a:p>
        </p:txBody>
      </p:sp>
      <p:sp>
        <p:nvSpPr>
          <p:cNvPr id="26" name="security-body-1">
            <a:extLst xmlns:a="http://schemas.openxmlformats.org/drawingml/2006/main">
              <a:ext uri="{FF2B5EF4-FFF2-40B4-BE49-F238E27FC236}">
                <a16:creationId xmlns:a16="http://schemas.microsoft.com/office/drawing/2014/main" id="{E405E043-3093-4155-9B16-98BA557D9CD9}"/>
              </a:ext>
            </a:extLst>
          </p:cNvPr>
          <p:cNvSpPr>
            <a:spLocks xmlns:a="http://schemas.openxmlformats.org/drawingml/2006/main" noGrp="1"/>
          </p:cNvSpPr>
          <p:nvPr/>
        </p:nvSpPr>
        <p:spPr>
          <a:xfrm xmlns:a="http://schemas.openxmlformats.org/drawingml/2006/main">
            <a:off x="3600450" y="320992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Sanitización antes de IA y exportaciones. No se envían configuraciones completas al modelo.</a:t>
            </a:r>
          </a:p>
        </p:txBody>
      </p:sp>
      <p:sp>
        <p:nvSpPr>
          <p:cNvPr id="27" name="security-2">
            <a:extLst xmlns:a="http://schemas.openxmlformats.org/drawingml/2006/main">
              <a:ext uri="{FF2B5EF4-FFF2-40B4-BE49-F238E27FC236}">
                <a16:creationId xmlns:a16="http://schemas.microsoft.com/office/drawing/2014/main" id="{670EBD65-CC67-4A1A-B6B5-0D6F284B5FD5}"/>
              </a:ext>
            </a:extLst>
          </p:cNvPr>
          <p:cNvSpPr>
            <a:spLocks xmlns:a="http://schemas.openxmlformats.org/drawingml/2006/main" noGrp="1"/>
          </p:cNvSpPr>
          <p:nvPr/>
        </p:nvSpPr>
        <p:spPr>
          <a:xfrm xmlns:a="http://schemas.openxmlformats.org/drawingml/2006/main">
            <a:off x="6210300" y="2076450"/>
            <a:ext cx="2571750" cy="2457450"/>
          </a:xfrm>
          <a:prstGeom xmlns:a="http://schemas.openxmlformats.org/drawingml/2006/main" prst="roundRect">
            <a:avLst>
              <a:gd name="adj" fmla="val 3101"/>
            </a:avLst>
          </a:prstGeom>
          <a:solidFill xmlns:a="http://schemas.openxmlformats.org/drawingml/2006/main">
            <a:srgbClr val="132137"/>
          </a:solidFill>
          <a:ln xmlns:a="http://schemas.openxmlformats.org/drawingml/2006/main" w="9525">
            <a:solidFill>
              <a:srgbClr val="263B55"/>
            </a:solidFill>
          </a:ln>
        </p:spPr>
      </p:sp>
      <p:sp>
        <p:nvSpPr>
          <p:cNvPr id="28" name="icon-161">
            <a:extLst xmlns:a="http://schemas.openxmlformats.org/drawingml/2006/main">
              <a:ext uri="{FF2B5EF4-FFF2-40B4-BE49-F238E27FC236}">
                <a16:creationId xmlns:a16="http://schemas.microsoft.com/office/drawing/2014/main" id="{156DC702-4BE0-4690-B35F-AA4FB0D310C9}"/>
              </a:ext>
            </a:extLst>
          </p:cNvPr>
          <p:cNvSpPr>
            <a:spLocks xmlns:a="http://schemas.openxmlformats.org/drawingml/2006/main" noGrp="1"/>
          </p:cNvSpPr>
          <p:nvPr/>
        </p:nvSpPr>
        <p:spPr>
          <a:xfrm xmlns:a="http://schemas.openxmlformats.org/drawingml/2006/main">
            <a:off x="6467475" y="2295525"/>
            <a:ext cx="133350" cy="180975"/>
          </a:xfrm>
          <a:prstGeom xmlns:a="http://schemas.openxmlformats.org/drawingml/2006/main" prst="ellipse">
            <a:avLst/>
          </a:prstGeom>
          <a:noFill xmlns:a="http://schemas.openxmlformats.org/drawingml/2006/main"/>
          <a:ln xmlns:a="http://schemas.openxmlformats.org/drawingml/2006/main" w="16193">
            <a:solidFill>
              <a:srgbClr val="58C6E4"/>
            </a:solidFill>
          </a:ln>
        </p:spPr>
      </p:sp>
      <p:sp>
        <p:nvSpPr>
          <p:cNvPr id="29" name="icon-162">
            <a:extLst xmlns:a="http://schemas.openxmlformats.org/drawingml/2006/main">
              <a:ext uri="{FF2B5EF4-FFF2-40B4-BE49-F238E27FC236}">
                <a16:creationId xmlns:a16="http://schemas.microsoft.com/office/drawing/2014/main" id="{9BB1CF89-3BF4-41BA-A35E-F15DC6A5303D}"/>
              </a:ext>
            </a:extLst>
          </p:cNvPr>
          <p:cNvSpPr>
            <a:spLocks xmlns:a="http://schemas.openxmlformats.org/drawingml/2006/main" noGrp="1"/>
          </p:cNvSpPr>
          <p:nvPr/>
        </p:nvSpPr>
        <p:spPr>
          <a:xfrm xmlns:a="http://schemas.openxmlformats.org/drawingml/2006/main">
            <a:off x="6419850" y="2409825"/>
            <a:ext cx="228600" cy="152400"/>
          </a:xfrm>
          <a:prstGeom xmlns:a="http://schemas.openxmlformats.org/drawingml/2006/main" prst="roundRect">
            <a:avLst>
              <a:gd name="adj" fmla="val 18750"/>
            </a:avLst>
          </a:prstGeom>
          <a:solidFill xmlns:a="http://schemas.openxmlformats.org/drawingml/2006/main">
            <a:srgbClr val="132137"/>
          </a:solidFill>
          <a:ln xmlns:a="http://schemas.openxmlformats.org/drawingml/2006/main" w="16193">
            <a:solidFill>
              <a:srgbClr val="58C6E4"/>
            </a:solidFill>
          </a:ln>
        </p:spPr>
      </p:sp>
      <p:sp>
        <p:nvSpPr>
          <p:cNvPr id="30" name="line-163">
            <a:extLst xmlns:a="http://schemas.openxmlformats.org/drawingml/2006/main">
              <a:ext uri="{FF2B5EF4-FFF2-40B4-BE49-F238E27FC236}">
                <a16:creationId xmlns:a16="http://schemas.microsoft.com/office/drawing/2014/main" id="{DA7A559B-73E8-4534-B674-EF06892CD87B}"/>
              </a:ext>
            </a:extLst>
          </p:cNvPr>
          <p:cNvSpPr>
            <a:spLocks xmlns:a="http://schemas.openxmlformats.org/drawingml/2006/main" noGrp="1"/>
          </p:cNvSpPr>
          <p:nvPr/>
        </p:nvSpPr>
        <p:spPr>
          <a:xfrm xmlns:a="http://schemas.openxmlformats.org/drawingml/2006/main">
            <a:off x="6534150" y="2457450"/>
            <a:ext cx="9525" cy="57150"/>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1" name="security-title-2">
            <a:extLst xmlns:a="http://schemas.openxmlformats.org/drawingml/2006/main">
              <a:ext uri="{FF2B5EF4-FFF2-40B4-BE49-F238E27FC236}">
                <a16:creationId xmlns:a16="http://schemas.microsoft.com/office/drawing/2014/main" id="{6F80DFA9-40EA-4DD4-9798-1E1B4B71469B}"/>
              </a:ext>
            </a:extLst>
          </p:cNvPr>
          <p:cNvSpPr>
            <a:spLocks xmlns:a="http://schemas.openxmlformats.org/drawingml/2006/main" noGrp="1"/>
          </p:cNvSpPr>
          <p:nvPr/>
        </p:nvSpPr>
        <p:spPr>
          <a:xfrm xmlns:a="http://schemas.openxmlformats.org/drawingml/2006/main">
            <a:off x="6400800" y="27336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IA aislada</a:t>
            </a:r>
          </a:p>
        </p:txBody>
      </p:sp>
      <p:sp>
        <p:nvSpPr>
          <p:cNvPr id="32" name="security-body-2">
            <a:extLst xmlns:a="http://schemas.openxmlformats.org/drawingml/2006/main">
              <a:ext uri="{FF2B5EF4-FFF2-40B4-BE49-F238E27FC236}">
                <a16:creationId xmlns:a16="http://schemas.microsoft.com/office/drawing/2014/main" id="{6AF47BD7-2CC6-47E3-86CD-44BC40033840}"/>
              </a:ext>
            </a:extLst>
          </p:cNvPr>
          <p:cNvSpPr>
            <a:spLocks xmlns:a="http://schemas.openxmlformats.org/drawingml/2006/main" noGrp="1"/>
          </p:cNvSpPr>
          <p:nvPr/>
        </p:nvSpPr>
        <p:spPr>
          <a:xfrm xmlns:a="http://schemas.openxmlformats.org/drawingml/2006/main">
            <a:off x="6400800" y="320992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Explica Findings existentes. Pydantic y verificación de IDs limitan su respuesta.</a:t>
            </a:r>
          </a:p>
        </p:txBody>
      </p:sp>
      <p:sp>
        <p:nvSpPr>
          <p:cNvPr id="33" name="security-3">
            <a:extLst xmlns:a="http://schemas.openxmlformats.org/drawingml/2006/main">
              <a:ext uri="{FF2B5EF4-FFF2-40B4-BE49-F238E27FC236}">
                <a16:creationId xmlns:a16="http://schemas.microsoft.com/office/drawing/2014/main" id="{C7650369-18AF-4F4B-97A0-4974DFE72FFA}"/>
              </a:ext>
            </a:extLst>
          </p:cNvPr>
          <p:cNvSpPr>
            <a:spLocks xmlns:a="http://schemas.openxmlformats.org/drawingml/2006/main" noGrp="1"/>
          </p:cNvSpPr>
          <p:nvPr/>
        </p:nvSpPr>
        <p:spPr>
          <a:xfrm xmlns:a="http://schemas.openxmlformats.org/drawingml/2006/main">
            <a:off x="9010650" y="2076450"/>
            <a:ext cx="2571750" cy="2457450"/>
          </a:xfrm>
          <a:prstGeom xmlns:a="http://schemas.openxmlformats.org/drawingml/2006/main" prst="roundRect">
            <a:avLst>
              <a:gd name="adj" fmla="val 3101"/>
            </a:avLst>
          </a:prstGeom>
          <a:solidFill xmlns:a="http://schemas.openxmlformats.org/drawingml/2006/main">
            <a:srgbClr val="132137"/>
          </a:solidFill>
          <a:ln xmlns:a="http://schemas.openxmlformats.org/drawingml/2006/main" w="9525">
            <a:solidFill>
              <a:srgbClr val="263B55"/>
            </a:solidFill>
          </a:ln>
        </p:spPr>
      </p:sp>
      <p:sp>
        <p:nvSpPr>
          <p:cNvPr id="34" name="line-164">
            <a:extLst xmlns:a="http://schemas.openxmlformats.org/drawingml/2006/main">
              <a:ext uri="{FF2B5EF4-FFF2-40B4-BE49-F238E27FC236}">
                <a16:creationId xmlns:a16="http://schemas.microsoft.com/office/drawing/2014/main" id="{BEEC7E4C-CA54-4464-8AAE-969123184A9F}"/>
              </a:ext>
            </a:extLst>
          </p:cNvPr>
          <p:cNvSpPr>
            <a:spLocks xmlns:a="http://schemas.openxmlformats.org/drawingml/2006/main" noGrp="1"/>
          </p:cNvSpPr>
          <p:nvPr/>
        </p:nvSpPr>
        <p:spPr>
          <a:xfrm xmlns:a="http://schemas.openxmlformats.org/drawingml/2006/main">
            <a:off x="9220200" y="2352675"/>
            <a:ext cx="1905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5" name="line-165">
            <a:extLst xmlns:a="http://schemas.openxmlformats.org/drawingml/2006/main">
              <a:ext uri="{FF2B5EF4-FFF2-40B4-BE49-F238E27FC236}">
                <a16:creationId xmlns:a16="http://schemas.microsoft.com/office/drawing/2014/main" id="{B994870E-CD85-401D-998B-9FF4F30A6E30}"/>
              </a:ext>
            </a:extLst>
          </p:cNvPr>
          <p:cNvSpPr>
            <a:spLocks xmlns:a="http://schemas.openxmlformats.org/drawingml/2006/main" noGrp="1"/>
          </p:cNvSpPr>
          <p:nvPr/>
        </p:nvSpPr>
        <p:spPr>
          <a:xfrm xmlns:a="http://schemas.openxmlformats.org/drawingml/2006/main">
            <a:off x="9410700" y="2352675"/>
            <a:ext cx="9525" cy="6667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6" name="icon-166">
            <a:extLst xmlns:a="http://schemas.openxmlformats.org/drawingml/2006/main">
              <a:ext uri="{FF2B5EF4-FFF2-40B4-BE49-F238E27FC236}">
                <a16:creationId xmlns:a16="http://schemas.microsoft.com/office/drawing/2014/main" id="{158F51CD-510D-4135-97B7-08F68B2E8A14}"/>
              </a:ext>
            </a:extLst>
          </p:cNvPr>
          <p:cNvSpPr>
            <a:spLocks xmlns:a="http://schemas.openxmlformats.org/drawingml/2006/main" noGrp="1"/>
          </p:cNvSpPr>
          <p:nvPr/>
        </p:nvSpPr>
        <p:spPr>
          <a:xfrm xmlns:a="http://schemas.openxmlformats.org/drawingml/2006/main">
            <a:off x="9382125" y="2400300"/>
            <a:ext cx="57150" cy="66675"/>
          </a:xfrm>
          <a:prstGeom xmlns:a="http://schemas.openxmlformats.org/drawingml/2006/main" prst="downArrow">
            <a:avLst/>
          </a:prstGeom>
          <a:solidFill xmlns:a="http://schemas.openxmlformats.org/drawingml/2006/main">
            <a:srgbClr val="58C6E4"/>
          </a:solidFill>
          <a:ln xmlns:a="http://schemas.openxmlformats.org/drawingml/2006/main" w="0">
            <a:noFill/>
          </a:ln>
        </p:spPr>
      </p:sp>
      <p:sp>
        <p:nvSpPr>
          <p:cNvPr id="37" name="line-167">
            <a:extLst xmlns:a="http://schemas.openxmlformats.org/drawingml/2006/main">
              <a:ext uri="{FF2B5EF4-FFF2-40B4-BE49-F238E27FC236}">
                <a16:creationId xmlns:a16="http://schemas.microsoft.com/office/drawing/2014/main" id="{F5616D38-C5B1-49A0-87AA-7097615489BA}"/>
              </a:ext>
            </a:extLst>
          </p:cNvPr>
          <p:cNvSpPr>
            <a:spLocks xmlns:a="http://schemas.openxmlformats.org/drawingml/2006/main" noGrp="1"/>
          </p:cNvSpPr>
          <p:nvPr/>
        </p:nvSpPr>
        <p:spPr>
          <a:xfrm xmlns:a="http://schemas.openxmlformats.org/drawingml/2006/main">
            <a:off x="9258300" y="2505075"/>
            <a:ext cx="190500" cy="952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8" name="line-168">
            <a:extLst xmlns:a="http://schemas.openxmlformats.org/drawingml/2006/main">
              <a:ext uri="{FF2B5EF4-FFF2-40B4-BE49-F238E27FC236}">
                <a16:creationId xmlns:a16="http://schemas.microsoft.com/office/drawing/2014/main" id="{A450B1EE-EECF-4538-B00C-52A7252CED15}"/>
              </a:ext>
            </a:extLst>
          </p:cNvPr>
          <p:cNvSpPr>
            <a:spLocks xmlns:a="http://schemas.openxmlformats.org/drawingml/2006/main" noGrp="1"/>
          </p:cNvSpPr>
          <p:nvPr/>
        </p:nvSpPr>
        <p:spPr>
          <a:xfrm xmlns:a="http://schemas.openxmlformats.org/drawingml/2006/main">
            <a:off x="9258300" y="2438400"/>
            <a:ext cx="9525" cy="66675"/>
          </a:xfrm>
          <a:prstGeom xmlns:a="http://schemas.openxmlformats.org/drawingml/2006/main" prst="line">
            <a:avLst/>
          </a:prstGeom>
          <a:noFill xmlns:a="http://schemas.openxmlformats.org/drawingml/2006/main"/>
          <a:ln xmlns:a="http://schemas.openxmlformats.org/drawingml/2006/main" w="16193">
            <a:solidFill>
              <a:srgbClr val="58C6E4"/>
            </a:solidFill>
          </a:ln>
        </p:spPr>
      </p:sp>
      <p:sp>
        <p:nvSpPr>
          <p:cNvPr id="39" name="icon-169">
            <a:extLst xmlns:a="http://schemas.openxmlformats.org/drawingml/2006/main">
              <a:ext uri="{FF2B5EF4-FFF2-40B4-BE49-F238E27FC236}">
                <a16:creationId xmlns:a16="http://schemas.microsoft.com/office/drawing/2014/main" id="{E3D7AA4F-1C23-4ECD-B314-1C32FEDF7C3E}"/>
              </a:ext>
            </a:extLst>
          </p:cNvPr>
          <p:cNvSpPr>
            <a:spLocks xmlns:a="http://schemas.openxmlformats.org/drawingml/2006/main" noGrp="1"/>
          </p:cNvSpPr>
          <p:nvPr/>
        </p:nvSpPr>
        <p:spPr>
          <a:xfrm xmlns:a="http://schemas.openxmlformats.org/drawingml/2006/main">
            <a:off x="9229725" y="2390775"/>
            <a:ext cx="57150" cy="66675"/>
          </a:xfrm>
          <a:prstGeom xmlns:a="http://schemas.openxmlformats.org/drawingml/2006/main" prst="upArrow">
            <a:avLst/>
          </a:prstGeom>
          <a:solidFill xmlns:a="http://schemas.openxmlformats.org/drawingml/2006/main">
            <a:srgbClr val="58C6E4"/>
          </a:solidFill>
          <a:ln xmlns:a="http://schemas.openxmlformats.org/drawingml/2006/main" w="0">
            <a:noFill/>
          </a:ln>
        </p:spPr>
      </p:sp>
      <p:sp>
        <p:nvSpPr>
          <p:cNvPr id="40" name="security-title-3">
            <a:extLst xmlns:a="http://schemas.openxmlformats.org/drawingml/2006/main">
              <a:ext uri="{FF2B5EF4-FFF2-40B4-BE49-F238E27FC236}">
                <a16:creationId xmlns:a16="http://schemas.microsoft.com/office/drawing/2014/main" id="{DD46820B-001F-4F64-B586-86D3382AA6EB}"/>
              </a:ext>
            </a:extLst>
          </p:cNvPr>
          <p:cNvSpPr>
            <a:spLocks xmlns:a="http://schemas.openxmlformats.org/drawingml/2006/main" noGrp="1"/>
          </p:cNvSpPr>
          <p:nvPr/>
        </p:nvSpPr>
        <p:spPr>
          <a:xfrm xmlns:a="http://schemas.openxmlformats.org/drawingml/2006/main">
            <a:off x="9201150" y="27336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Resiliencia</a:t>
            </a:r>
          </a:p>
        </p:txBody>
      </p:sp>
      <p:sp>
        <p:nvSpPr>
          <p:cNvPr id="41" name="security-body-3">
            <a:extLst xmlns:a="http://schemas.openxmlformats.org/drawingml/2006/main">
              <a:ext uri="{FF2B5EF4-FFF2-40B4-BE49-F238E27FC236}">
                <a16:creationId xmlns:a16="http://schemas.microsoft.com/office/drawing/2014/main" id="{A4BCEC42-E556-412B-A03F-6D8643CFB803}"/>
              </a:ext>
            </a:extLst>
          </p:cNvPr>
          <p:cNvSpPr>
            <a:spLocks xmlns:a="http://schemas.openxmlformats.org/drawingml/2006/main" noGrp="1"/>
          </p:cNvSpPr>
          <p:nvPr/>
        </p:nvSpPr>
        <p:spPr>
          <a:xfrm xmlns:a="http://schemas.openxmlformats.org/drawingml/2006/main">
            <a:off x="9201150" y="3209925"/>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A5B6CD"/>
                </a:solidFill>
              </a:defRPr>
            </a:defPPr>
            <a:lvl1pPr algn="l">
              <a:defRPr sz="1500" b="0">
                <a:solidFill>
                  <a:srgbClr val="A5B6CD"/>
                </a:solidFill>
              </a:defRPr>
            </a:lvl1pPr>
            <a:lvl2pPr algn="l">
              <a:defRPr sz="1500" b="0">
                <a:solidFill>
                  <a:srgbClr val="A5B6CD"/>
                </a:solidFill>
              </a:defRPr>
            </a:lvl2pPr>
            <a:lvl3pPr algn="l">
              <a:defRPr sz="1500" b="0">
                <a:solidFill>
                  <a:srgbClr val="A5B6CD"/>
                </a:solidFill>
              </a:defRPr>
            </a:lvl3pPr>
            <a:lvl4pPr algn="l">
              <a:defRPr sz="1500" b="0">
                <a:solidFill>
                  <a:srgbClr val="A5B6CD"/>
                </a:solidFill>
              </a:defRPr>
            </a:lvl4pPr>
            <a:lvl5pPr algn="l">
              <a:defRPr sz="1500" b="0">
                <a:solidFill>
                  <a:srgbClr val="A5B6CD"/>
                </a:solidFill>
              </a:defRPr>
            </a:lvl5pPr>
            <a:lvl6pPr algn="l">
              <a:defRPr sz="1500" b="0">
                <a:solidFill>
                  <a:srgbClr val="A5B6CD"/>
                </a:solidFill>
              </a:defRPr>
            </a:lvl6pPr>
            <a:lvl7pPr algn="l">
              <a:defRPr sz="1500" b="0">
                <a:solidFill>
                  <a:srgbClr val="A5B6CD"/>
                </a:solidFill>
              </a:defRPr>
            </a:lvl7pPr>
            <a:lvl8pPr algn="l">
              <a:defRPr sz="1500" b="0">
                <a:solidFill>
                  <a:srgbClr val="A5B6CD"/>
                </a:solidFill>
              </a:defRPr>
            </a:lvl8pPr>
            <a:lvl9pPr algn="l">
              <a:defRPr sz="1500" b="0">
                <a:solidFill>
                  <a:srgbClr val="A5B6CD"/>
                </a:solidFill>
              </a:defRPr>
            </a:lvl9pPr>
          </a:lstStyle>
          <a:p xmlns:a="http://schemas.openxmlformats.org/drawingml/2006/main">
            <a:pPr algn="l">
              <a:defRPr sz="1500" b="0">
                <a:solidFill>
                  <a:srgbClr val="A5B6CD"/>
                </a:solidFill>
              </a:defRPr>
            </a:pPr>
            <a:r>
              <a:rPr sz="1500" b="0">
                <a:solidFill>
                  <a:srgbClr val="A5B6CD"/>
                </a:solidFill>
              </a:rPr>
              <a:t>El análisis funciona sin proveedor. IA generativa complementa la revisión técnica.</a:t>
            </a:r>
          </a:p>
        </p:txBody>
      </p:sp>
      <p:sp>
        <p:nvSpPr>
          <p:cNvPr id="42" name="qos">
            <a:extLst xmlns:a="http://schemas.openxmlformats.org/drawingml/2006/main">
              <a:ext uri="{FF2B5EF4-FFF2-40B4-BE49-F238E27FC236}">
                <a16:creationId xmlns:a16="http://schemas.microsoft.com/office/drawing/2014/main" id="{26CDE84D-2355-4DE6-A7DA-F6F6388451E5}"/>
              </a:ext>
            </a:extLst>
          </p:cNvPr>
          <p:cNvSpPr>
            <a:spLocks xmlns:a="http://schemas.openxmlformats.org/drawingml/2006/main" noGrp="1"/>
          </p:cNvSpPr>
          <p:nvPr/>
        </p:nvSpPr>
        <p:spPr>
          <a:xfrm xmlns:a="http://schemas.openxmlformats.org/drawingml/2006/main">
            <a:off x="609600" y="53244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A5B6CD"/>
                </a:solidFill>
              </a:defRPr>
            </a:defPPr>
            <a:lvl1pPr algn="l">
              <a:defRPr sz="1350" b="0">
                <a:solidFill>
                  <a:srgbClr val="A5B6CD"/>
                </a:solidFill>
              </a:defRPr>
            </a:lvl1pPr>
            <a:lvl2pPr algn="l">
              <a:defRPr sz="1350" b="0">
                <a:solidFill>
                  <a:srgbClr val="A5B6CD"/>
                </a:solidFill>
              </a:defRPr>
            </a:lvl2pPr>
            <a:lvl3pPr algn="l">
              <a:defRPr sz="1350" b="0">
                <a:solidFill>
                  <a:srgbClr val="A5B6CD"/>
                </a:solidFill>
              </a:defRPr>
            </a:lvl3pPr>
            <a:lvl4pPr algn="l">
              <a:defRPr sz="1350" b="0">
                <a:solidFill>
                  <a:srgbClr val="A5B6CD"/>
                </a:solidFill>
              </a:defRPr>
            </a:lvl4pPr>
            <a:lvl5pPr algn="l">
              <a:defRPr sz="1350" b="0">
                <a:solidFill>
                  <a:srgbClr val="A5B6CD"/>
                </a:solidFill>
              </a:defRPr>
            </a:lvl5pPr>
            <a:lvl6pPr algn="l">
              <a:defRPr sz="1350" b="0">
                <a:solidFill>
                  <a:srgbClr val="A5B6CD"/>
                </a:solidFill>
              </a:defRPr>
            </a:lvl6pPr>
            <a:lvl7pPr algn="l">
              <a:defRPr sz="1350" b="0">
                <a:solidFill>
                  <a:srgbClr val="A5B6CD"/>
                </a:solidFill>
              </a:defRPr>
            </a:lvl7pPr>
            <a:lvl8pPr algn="l">
              <a:defRPr sz="1350" b="0">
                <a:solidFill>
                  <a:srgbClr val="A5B6CD"/>
                </a:solidFill>
              </a:defRPr>
            </a:lvl8pPr>
            <a:lvl9pPr algn="l">
              <a:defRPr sz="1350" b="0">
                <a:solidFill>
                  <a:srgbClr val="A5B6CD"/>
                </a:solidFill>
              </a:defRPr>
            </a:lvl9pPr>
          </a:lstStyle>
          <a:p xmlns:a="http://schemas.openxmlformats.org/drawingml/2006/main">
            <a:pPr algn="l">
              <a:defRPr sz="1350" b="0">
                <a:solidFill>
                  <a:srgbClr val="A5B6CD"/>
                </a:solidFill>
              </a:defRPr>
            </a:pPr>
            <a:r>
              <a:rPr sz="1350" b="0">
                <a:solidFill>
                  <a:srgbClr val="A5B6CD"/>
                </a:solidFill>
              </a:rPr>
              <a:t>No aplica actualmente: QoS, SD-WAN, monitoreo continuo.</a:t>
            </a:r>
          </a:p>
        </p:txBody>
      </p:sp>
    </p:spTree>
    <p:extLst>
      <p:ext uri="{BB962C8B-B14F-4D97-AF65-F5344CB8AC3E}">
        <p14:creationId xmlns:p14="http://schemas.microsoft.com/office/powerpoint/2010/main" val="225267215"/>
      </p:ext>
    </p:extLst>
  </p:cSld>
</p:sld>
</file>

<file path=ppt/slides/slide9.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6E1005C4-BEF3-4DD0-8A87-EB1B508EEEE2}"/>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Matriz de indicadores de calidad</a:t>
            </a:r>
          </a:p>
        </p:txBody>
      </p:sp>
      <p:sp>
        <p:nvSpPr>
          <p:cNvPr id="3" name="pagina">
            <a:extLst xmlns:a="http://schemas.openxmlformats.org/drawingml/2006/main">
              <a:ext uri="{FF2B5EF4-FFF2-40B4-BE49-F238E27FC236}">
                <a16:creationId xmlns:a16="http://schemas.microsoft.com/office/drawing/2014/main" id="{AC41F447-D206-4F6D-AD2C-78D8F3EC3AFA}"/>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09/10</a:t>
            </a:r>
          </a:p>
        </p:txBody>
      </p:sp>
      <p:sp>
        <p:nvSpPr>
          <p:cNvPr id="4" name="node-56">
            <a:extLst xmlns:a="http://schemas.openxmlformats.org/drawingml/2006/main">
              <a:ext uri="{FF2B5EF4-FFF2-40B4-BE49-F238E27FC236}">
                <a16:creationId xmlns:a16="http://schemas.microsoft.com/office/drawing/2014/main" id="{53CF49B8-9F94-4239-AE8F-CC72AF039FCE}"/>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57">
            <a:extLst xmlns:a="http://schemas.openxmlformats.org/drawingml/2006/main">
              <a:ext uri="{FF2B5EF4-FFF2-40B4-BE49-F238E27FC236}">
                <a16:creationId xmlns:a16="http://schemas.microsoft.com/office/drawing/2014/main" id="{ED373D53-6CCA-44D6-9F90-5D9124955E6E}"/>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58">
            <a:extLst xmlns:a="http://schemas.openxmlformats.org/drawingml/2006/main">
              <a:ext uri="{FF2B5EF4-FFF2-40B4-BE49-F238E27FC236}">
                <a16:creationId xmlns:a16="http://schemas.microsoft.com/office/drawing/2014/main" id="{39089F2B-1BAA-42D2-9219-2BE742974D07}"/>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59">
            <a:extLst xmlns:a="http://schemas.openxmlformats.org/drawingml/2006/main">
              <a:ext uri="{FF2B5EF4-FFF2-40B4-BE49-F238E27FC236}">
                <a16:creationId xmlns:a16="http://schemas.microsoft.com/office/drawing/2014/main" id="{66AE0987-35FD-46B8-AC3C-8944865D7E8D}"/>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60">
            <a:extLst xmlns:a="http://schemas.openxmlformats.org/drawingml/2006/main">
              <a:ext uri="{FF2B5EF4-FFF2-40B4-BE49-F238E27FC236}">
                <a16:creationId xmlns:a16="http://schemas.microsoft.com/office/drawing/2014/main" id="{D78D707F-3399-4237-9173-C240791304D1}"/>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342ADDE9-1D51-4F52-9D70-DC89307ED506}"/>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61">
            <a:extLst xmlns:a="http://schemas.openxmlformats.org/drawingml/2006/main">
              <a:ext uri="{FF2B5EF4-FFF2-40B4-BE49-F238E27FC236}">
                <a16:creationId xmlns:a16="http://schemas.microsoft.com/office/drawing/2014/main" id="{92722F49-CC52-469F-BF35-90B82A23DAC6}"/>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3B77AE0B-FCB6-4CC3-9621-EF3FC90B06E8}"/>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62">
            <a:extLst xmlns:a="http://schemas.openxmlformats.org/drawingml/2006/main">
              <a:ext uri="{FF2B5EF4-FFF2-40B4-BE49-F238E27FC236}">
                <a16:creationId xmlns:a16="http://schemas.microsoft.com/office/drawing/2014/main" id="{13DE8F70-96C8-44E4-A1F0-FF7E1D14569B}"/>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matrix-col1">
            <a:extLst xmlns:a="http://schemas.openxmlformats.org/drawingml/2006/main">
              <a:ext uri="{FF2B5EF4-FFF2-40B4-BE49-F238E27FC236}">
                <a16:creationId xmlns:a16="http://schemas.microsoft.com/office/drawing/2014/main" id="{E71C752F-EBB2-4644-B670-46F1DBC3637B}"/>
              </a:ext>
            </a:extLst>
          </p:cNvPr>
          <p:cNvSpPr>
            <a:spLocks xmlns:a="http://schemas.openxmlformats.org/drawingml/2006/main" noGrp="1"/>
          </p:cNvSpPr>
          <p:nvPr/>
        </p:nvSpPr>
        <p:spPr>
          <a:xfrm xmlns:a="http://schemas.openxmlformats.org/drawingml/2006/main">
            <a:off x="838200" y="15906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A5B6CD"/>
                </a:solidFill>
              </a:defRPr>
            </a:defPPr>
            <a:lvl1pPr algn="l">
              <a:defRPr sz="1200" b="1">
                <a:solidFill>
                  <a:srgbClr val="A5B6CD"/>
                </a:solidFill>
              </a:defRPr>
            </a:lvl1pPr>
            <a:lvl2pPr algn="l">
              <a:defRPr sz="1200" b="1">
                <a:solidFill>
                  <a:srgbClr val="A5B6CD"/>
                </a:solidFill>
              </a:defRPr>
            </a:lvl2pPr>
            <a:lvl3pPr algn="l">
              <a:defRPr sz="1200" b="1">
                <a:solidFill>
                  <a:srgbClr val="A5B6CD"/>
                </a:solidFill>
              </a:defRPr>
            </a:lvl3pPr>
            <a:lvl4pPr algn="l">
              <a:defRPr sz="1200" b="1">
                <a:solidFill>
                  <a:srgbClr val="A5B6CD"/>
                </a:solidFill>
              </a:defRPr>
            </a:lvl4pPr>
            <a:lvl5pPr algn="l">
              <a:defRPr sz="1200" b="1">
                <a:solidFill>
                  <a:srgbClr val="A5B6CD"/>
                </a:solidFill>
              </a:defRPr>
            </a:lvl5pPr>
            <a:lvl6pPr algn="l">
              <a:defRPr sz="1200" b="1">
                <a:solidFill>
                  <a:srgbClr val="A5B6CD"/>
                </a:solidFill>
              </a:defRPr>
            </a:lvl6pPr>
            <a:lvl7pPr algn="l">
              <a:defRPr sz="1200" b="1">
                <a:solidFill>
                  <a:srgbClr val="A5B6CD"/>
                </a:solidFill>
              </a:defRPr>
            </a:lvl7pPr>
            <a:lvl8pPr algn="l">
              <a:defRPr sz="1200" b="1">
                <a:solidFill>
                  <a:srgbClr val="A5B6CD"/>
                </a:solidFill>
              </a:defRPr>
            </a:lvl8pPr>
            <a:lvl9pPr algn="l">
              <a:defRPr sz="1200" b="1">
                <a:solidFill>
                  <a:srgbClr val="A5B6CD"/>
                </a:solidFill>
              </a:defRPr>
            </a:lvl9pPr>
          </a:lstStyle>
          <a:p xmlns:a="http://schemas.openxmlformats.org/drawingml/2006/main">
            <a:pPr algn="l">
              <a:defRPr sz="1200" b="1">
                <a:solidFill>
                  <a:srgbClr val="A5B6CD"/>
                </a:solidFill>
              </a:defRPr>
            </a:pPr>
            <a:r>
              <a:rPr sz="1200" b="1">
                <a:solidFill>
                  <a:srgbClr val="A5B6CD"/>
                </a:solidFill>
              </a:rPr>
              <a:t>INDICADOR</a:t>
            </a:r>
          </a:p>
        </p:txBody>
      </p:sp>
      <p:sp>
        <p:nvSpPr>
          <p:cNvPr id="14" name="matrix-col2">
            <a:extLst xmlns:a="http://schemas.openxmlformats.org/drawingml/2006/main">
              <a:ext uri="{FF2B5EF4-FFF2-40B4-BE49-F238E27FC236}">
                <a16:creationId xmlns:a16="http://schemas.microsoft.com/office/drawing/2014/main" id="{4A1FD09D-C4B1-4D17-9F4B-992FC07604D5}"/>
              </a:ext>
            </a:extLst>
          </p:cNvPr>
          <p:cNvSpPr>
            <a:spLocks xmlns:a="http://schemas.openxmlformats.org/drawingml/2006/main" noGrp="1"/>
          </p:cNvSpPr>
          <p:nvPr/>
        </p:nvSpPr>
        <p:spPr>
          <a:xfrm xmlns:a="http://schemas.openxmlformats.org/drawingml/2006/main">
            <a:off x="4762500" y="159067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A5B6CD"/>
                </a:solidFill>
              </a:defRPr>
            </a:defPPr>
            <a:lvl1pPr algn="l">
              <a:defRPr sz="1200" b="1">
                <a:solidFill>
                  <a:srgbClr val="A5B6CD"/>
                </a:solidFill>
              </a:defRPr>
            </a:lvl1pPr>
            <a:lvl2pPr algn="l">
              <a:defRPr sz="1200" b="1">
                <a:solidFill>
                  <a:srgbClr val="A5B6CD"/>
                </a:solidFill>
              </a:defRPr>
            </a:lvl2pPr>
            <a:lvl3pPr algn="l">
              <a:defRPr sz="1200" b="1">
                <a:solidFill>
                  <a:srgbClr val="A5B6CD"/>
                </a:solidFill>
              </a:defRPr>
            </a:lvl3pPr>
            <a:lvl4pPr algn="l">
              <a:defRPr sz="1200" b="1">
                <a:solidFill>
                  <a:srgbClr val="A5B6CD"/>
                </a:solidFill>
              </a:defRPr>
            </a:lvl4pPr>
            <a:lvl5pPr algn="l">
              <a:defRPr sz="1200" b="1">
                <a:solidFill>
                  <a:srgbClr val="A5B6CD"/>
                </a:solidFill>
              </a:defRPr>
            </a:lvl5pPr>
            <a:lvl6pPr algn="l">
              <a:defRPr sz="1200" b="1">
                <a:solidFill>
                  <a:srgbClr val="A5B6CD"/>
                </a:solidFill>
              </a:defRPr>
            </a:lvl6pPr>
            <a:lvl7pPr algn="l">
              <a:defRPr sz="1200" b="1">
                <a:solidFill>
                  <a:srgbClr val="A5B6CD"/>
                </a:solidFill>
              </a:defRPr>
            </a:lvl7pPr>
            <a:lvl8pPr algn="l">
              <a:defRPr sz="1200" b="1">
                <a:solidFill>
                  <a:srgbClr val="A5B6CD"/>
                </a:solidFill>
              </a:defRPr>
            </a:lvl8pPr>
            <a:lvl9pPr algn="l">
              <a:defRPr sz="1200" b="1">
                <a:solidFill>
                  <a:srgbClr val="A5B6CD"/>
                </a:solidFill>
              </a:defRPr>
            </a:lvl9pPr>
          </a:lstStyle>
          <a:p xmlns:a="http://schemas.openxmlformats.org/drawingml/2006/main">
            <a:pPr algn="l">
              <a:defRPr sz="1200" b="1">
                <a:solidFill>
                  <a:srgbClr val="A5B6CD"/>
                </a:solidFill>
              </a:defRPr>
            </a:pPr>
            <a:r>
              <a:rPr sz="1200" b="1">
                <a:solidFill>
                  <a:srgbClr val="A5B6CD"/>
                </a:solidFill>
              </a:rPr>
              <a:t>EVIDENCIA</a:t>
            </a:r>
          </a:p>
        </p:txBody>
      </p:sp>
      <p:sp>
        <p:nvSpPr>
          <p:cNvPr id="15" name="matrix-col3">
            <a:extLst xmlns:a="http://schemas.openxmlformats.org/drawingml/2006/main">
              <a:ext uri="{FF2B5EF4-FFF2-40B4-BE49-F238E27FC236}">
                <a16:creationId xmlns:a16="http://schemas.microsoft.com/office/drawing/2014/main" id="{418EA0C0-675E-4F58-9509-53244D8C6453}"/>
              </a:ext>
            </a:extLst>
          </p:cNvPr>
          <p:cNvSpPr>
            <a:spLocks xmlns:a="http://schemas.openxmlformats.org/drawingml/2006/main" noGrp="1"/>
          </p:cNvSpPr>
          <p:nvPr/>
        </p:nvSpPr>
        <p:spPr>
          <a:xfrm xmlns:a="http://schemas.openxmlformats.org/drawingml/2006/main">
            <a:off x="10191750" y="1590675"/>
            <a:ext cx="1104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A5B6CD"/>
                </a:solidFill>
              </a:defRPr>
            </a:defPPr>
            <a:lvl1pPr algn="l">
              <a:defRPr sz="1200" b="1">
                <a:solidFill>
                  <a:srgbClr val="A5B6CD"/>
                </a:solidFill>
              </a:defRPr>
            </a:lvl1pPr>
            <a:lvl2pPr algn="l">
              <a:defRPr sz="1200" b="1">
                <a:solidFill>
                  <a:srgbClr val="A5B6CD"/>
                </a:solidFill>
              </a:defRPr>
            </a:lvl2pPr>
            <a:lvl3pPr algn="l">
              <a:defRPr sz="1200" b="1">
                <a:solidFill>
                  <a:srgbClr val="A5B6CD"/>
                </a:solidFill>
              </a:defRPr>
            </a:lvl3pPr>
            <a:lvl4pPr algn="l">
              <a:defRPr sz="1200" b="1">
                <a:solidFill>
                  <a:srgbClr val="A5B6CD"/>
                </a:solidFill>
              </a:defRPr>
            </a:lvl4pPr>
            <a:lvl5pPr algn="l">
              <a:defRPr sz="1200" b="1">
                <a:solidFill>
                  <a:srgbClr val="A5B6CD"/>
                </a:solidFill>
              </a:defRPr>
            </a:lvl5pPr>
            <a:lvl6pPr algn="l">
              <a:defRPr sz="1200" b="1">
                <a:solidFill>
                  <a:srgbClr val="A5B6CD"/>
                </a:solidFill>
              </a:defRPr>
            </a:lvl6pPr>
            <a:lvl7pPr algn="l">
              <a:defRPr sz="1200" b="1">
                <a:solidFill>
                  <a:srgbClr val="A5B6CD"/>
                </a:solidFill>
              </a:defRPr>
            </a:lvl7pPr>
            <a:lvl8pPr algn="l">
              <a:defRPr sz="1200" b="1">
                <a:solidFill>
                  <a:srgbClr val="A5B6CD"/>
                </a:solidFill>
              </a:defRPr>
            </a:lvl8pPr>
            <a:lvl9pPr algn="l">
              <a:defRPr sz="1200" b="1">
                <a:solidFill>
                  <a:srgbClr val="A5B6CD"/>
                </a:solidFill>
              </a:defRPr>
            </a:lvl9pPr>
          </a:lstStyle>
          <a:p xmlns:a="http://schemas.openxmlformats.org/drawingml/2006/main">
            <a:pPr algn="l">
              <a:defRPr sz="1200" b="1">
                <a:solidFill>
                  <a:srgbClr val="A5B6CD"/>
                </a:solidFill>
              </a:defRPr>
            </a:pPr>
            <a:r>
              <a:rPr sz="1200" b="1">
                <a:solidFill>
                  <a:srgbClr val="A5B6CD"/>
                </a:solidFill>
              </a:rPr>
              <a:t>ESTADO</a:t>
            </a:r>
          </a:p>
        </p:txBody>
      </p:sp>
      <p:sp>
        <p:nvSpPr>
          <p:cNvPr id="16" name="quality-0">
            <a:extLst xmlns:a="http://schemas.openxmlformats.org/drawingml/2006/main">
              <a:ext uri="{FF2B5EF4-FFF2-40B4-BE49-F238E27FC236}">
                <a16:creationId xmlns:a16="http://schemas.microsoft.com/office/drawing/2014/main" id="{AB2D9E73-0204-42F4-B60B-8347ED53D2A8}"/>
              </a:ext>
            </a:extLst>
          </p:cNvPr>
          <p:cNvSpPr>
            <a:spLocks xmlns:a="http://schemas.openxmlformats.org/drawingml/2006/main" noGrp="1"/>
          </p:cNvSpPr>
          <p:nvPr/>
        </p:nvSpPr>
        <p:spPr>
          <a:xfrm xmlns:a="http://schemas.openxmlformats.org/drawingml/2006/main">
            <a:off x="609600" y="1952625"/>
            <a:ext cx="10972800" cy="990600"/>
          </a:xfrm>
          <a:prstGeom xmlns:a="http://schemas.openxmlformats.org/drawingml/2006/main" prst="roundRect">
            <a:avLst>
              <a:gd name="adj" fmla="val 7692"/>
            </a:avLst>
          </a:prstGeom>
          <a:solidFill xmlns:a="http://schemas.openxmlformats.org/drawingml/2006/main">
            <a:srgbClr val="132137"/>
          </a:solidFill>
          <a:ln xmlns:a="http://schemas.openxmlformats.org/drawingml/2006/main" w="9525">
            <a:solidFill>
              <a:srgbClr val="263B55"/>
            </a:solidFill>
          </a:ln>
        </p:spPr>
      </p:sp>
      <p:sp>
        <p:nvSpPr>
          <p:cNvPr id="17" name="quality-code-0-bg">
            <a:extLst xmlns:a="http://schemas.openxmlformats.org/drawingml/2006/main">
              <a:ext uri="{FF2B5EF4-FFF2-40B4-BE49-F238E27FC236}">
                <a16:creationId xmlns:a16="http://schemas.microsoft.com/office/drawing/2014/main" id="{A88317EA-E2EA-4430-B077-CF12C761AD5D}"/>
              </a:ext>
            </a:extLst>
          </p:cNvPr>
          <p:cNvSpPr>
            <a:spLocks xmlns:a="http://schemas.openxmlformats.org/drawingml/2006/main" noGrp="1"/>
          </p:cNvSpPr>
          <p:nvPr/>
        </p:nvSpPr>
        <p:spPr>
          <a:xfrm xmlns:a="http://schemas.openxmlformats.org/drawingml/2006/main">
            <a:off x="838200" y="2228850"/>
            <a:ext cx="495300" cy="3429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0">
            <a:noFill/>
          </a:ln>
        </p:spPr>
      </p:sp>
      <p:sp>
        <p:nvSpPr>
          <p:cNvPr id="18" name="quality-code-0">
            <a:extLst xmlns:a="http://schemas.openxmlformats.org/drawingml/2006/main">
              <a:ext uri="{FF2B5EF4-FFF2-40B4-BE49-F238E27FC236}">
                <a16:creationId xmlns:a16="http://schemas.microsoft.com/office/drawing/2014/main" id="{C07E65D0-A38C-4A60-B9B2-80716FB6B067}"/>
              </a:ext>
            </a:extLst>
          </p:cNvPr>
          <p:cNvSpPr>
            <a:spLocks xmlns:a="http://schemas.openxmlformats.org/drawingml/2006/main" noGrp="1"/>
          </p:cNvSpPr>
          <p:nvPr/>
        </p:nvSpPr>
        <p:spPr>
          <a:xfrm xmlns:a="http://schemas.openxmlformats.org/drawingml/2006/main">
            <a:off x="904875" y="22669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58C6E4"/>
                </a:solidFill>
              </a:defRPr>
            </a:defPPr>
            <a:lvl1pPr algn="ctr">
              <a:defRPr sz="1575" b="1">
                <a:solidFill>
                  <a:srgbClr val="58C6E4"/>
                </a:solidFill>
              </a:defRPr>
            </a:lvl1pPr>
            <a:lvl2pPr algn="ctr">
              <a:defRPr sz="1575" b="1">
                <a:solidFill>
                  <a:srgbClr val="58C6E4"/>
                </a:solidFill>
              </a:defRPr>
            </a:lvl2pPr>
            <a:lvl3pPr algn="ctr">
              <a:defRPr sz="1575" b="1">
                <a:solidFill>
                  <a:srgbClr val="58C6E4"/>
                </a:solidFill>
              </a:defRPr>
            </a:lvl3pPr>
            <a:lvl4pPr algn="ctr">
              <a:defRPr sz="1575" b="1">
                <a:solidFill>
                  <a:srgbClr val="58C6E4"/>
                </a:solidFill>
              </a:defRPr>
            </a:lvl4pPr>
            <a:lvl5pPr algn="ctr">
              <a:defRPr sz="1575" b="1">
                <a:solidFill>
                  <a:srgbClr val="58C6E4"/>
                </a:solidFill>
              </a:defRPr>
            </a:lvl5pPr>
            <a:lvl6pPr algn="ctr">
              <a:defRPr sz="1575" b="1">
                <a:solidFill>
                  <a:srgbClr val="58C6E4"/>
                </a:solidFill>
              </a:defRPr>
            </a:lvl6pPr>
            <a:lvl7pPr algn="ctr">
              <a:defRPr sz="1575" b="1">
                <a:solidFill>
                  <a:srgbClr val="58C6E4"/>
                </a:solidFill>
              </a:defRPr>
            </a:lvl7pPr>
            <a:lvl8pPr algn="ctr">
              <a:defRPr sz="1575" b="1">
                <a:solidFill>
                  <a:srgbClr val="58C6E4"/>
                </a:solidFill>
              </a:defRPr>
            </a:lvl8pPr>
            <a:lvl9pPr algn="ctr">
              <a:defRPr sz="1575" b="1">
                <a:solidFill>
                  <a:srgbClr val="58C6E4"/>
                </a:solidFill>
              </a:defRPr>
            </a:lvl9pPr>
          </a:lstStyle>
          <a:p xmlns:a="http://schemas.openxmlformats.org/drawingml/2006/main">
            <a:pPr algn="ctr">
              <a:defRPr sz="1575" b="1">
                <a:solidFill>
                  <a:srgbClr val="58C6E4"/>
                </a:solidFill>
              </a:defRPr>
            </a:pPr>
            <a:r>
              <a:rPr sz="1575" b="1">
                <a:solidFill>
                  <a:srgbClr val="58C6E4"/>
                </a:solidFill>
              </a:rPr>
              <a:t>2.3</a:t>
            </a:r>
          </a:p>
        </p:txBody>
      </p:sp>
      <p:sp>
        <p:nvSpPr>
          <p:cNvPr id="19" name="quality-title-0">
            <a:extLst xmlns:a="http://schemas.openxmlformats.org/drawingml/2006/main">
              <a:ext uri="{FF2B5EF4-FFF2-40B4-BE49-F238E27FC236}">
                <a16:creationId xmlns:a16="http://schemas.microsoft.com/office/drawing/2014/main" id="{15E95806-D87D-46CA-85E1-3A61E4790736}"/>
              </a:ext>
            </a:extLst>
          </p:cNvPr>
          <p:cNvSpPr>
            <a:spLocks xmlns:a="http://schemas.openxmlformats.org/drawingml/2006/main" noGrp="1"/>
          </p:cNvSpPr>
          <p:nvPr/>
        </p:nvSpPr>
        <p:spPr>
          <a:xfrm xmlns:a="http://schemas.openxmlformats.org/drawingml/2006/main">
            <a:off x="1562100" y="2152650"/>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Automatización</a:t>
            </a:r>
          </a:p>
          <a:p xmlns:a="http://schemas.openxmlformats.org/drawingml/2006/main">
            <a:pPr algn="l">
              <a:defRPr sz="1800" b="1">
                <a:solidFill>
                  <a:srgbClr val="E8EEF7"/>
                </a:solidFill>
              </a:defRPr>
            </a:pPr>
            <a:r>
              <a:rPr sz="1800" b="1">
                <a:solidFill>
                  <a:srgbClr val="E8EEF7"/>
                </a:solidFill>
              </a:rPr>
              <a:t>del análisis</a:t>
            </a:r>
          </a:p>
        </p:txBody>
      </p:sp>
      <p:sp>
        <p:nvSpPr>
          <p:cNvPr id="20" name="quality-evidence-0">
            <a:extLst xmlns:a="http://schemas.openxmlformats.org/drawingml/2006/main">
              <a:ext uri="{FF2B5EF4-FFF2-40B4-BE49-F238E27FC236}">
                <a16:creationId xmlns:a16="http://schemas.microsoft.com/office/drawing/2014/main" id="{3EE72CF3-5908-4F19-B61B-7061F58CA132}"/>
              </a:ext>
            </a:extLst>
          </p:cNvPr>
          <p:cNvSpPr>
            <a:spLocks xmlns:a="http://schemas.openxmlformats.org/drawingml/2006/main" noGrp="1"/>
          </p:cNvSpPr>
          <p:nvPr/>
        </p:nvSpPr>
        <p:spPr>
          <a:xfrm xmlns:a="http://schemas.openxmlformats.org/drawingml/2006/main">
            <a:off x="4762500" y="2181225"/>
            <a:ext cx="5048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A5B6CD"/>
                </a:solidFill>
              </a:defRPr>
            </a:defPPr>
            <a:lvl1pPr algn="l">
              <a:defRPr sz="1650" b="0">
                <a:solidFill>
                  <a:srgbClr val="A5B6CD"/>
                </a:solidFill>
              </a:defRPr>
            </a:lvl1pPr>
            <a:lvl2pPr algn="l">
              <a:defRPr sz="1650" b="0">
                <a:solidFill>
                  <a:srgbClr val="A5B6CD"/>
                </a:solidFill>
              </a:defRPr>
            </a:lvl2pPr>
            <a:lvl3pPr algn="l">
              <a:defRPr sz="1650" b="0">
                <a:solidFill>
                  <a:srgbClr val="A5B6CD"/>
                </a:solidFill>
              </a:defRPr>
            </a:lvl3pPr>
            <a:lvl4pPr algn="l">
              <a:defRPr sz="1650" b="0">
                <a:solidFill>
                  <a:srgbClr val="A5B6CD"/>
                </a:solidFill>
              </a:defRPr>
            </a:lvl4pPr>
            <a:lvl5pPr algn="l">
              <a:defRPr sz="1650" b="0">
                <a:solidFill>
                  <a:srgbClr val="A5B6CD"/>
                </a:solidFill>
              </a:defRPr>
            </a:lvl5pPr>
            <a:lvl6pPr algn="l">
              <a:defRPr sz="1650" b="0">
                <a:solidFill>
                  <a:srgbClr val="A5B6CD"/>
                </a:solidFill>
              </a:defRPr>
            </a:lvl6pPr>
            <a:lvl7pPr algn="l">
              <a:defRPr sz="1650" b="0">
                <a:solidFill>
                  <a:srgbClr val="A5B6CD"/>
                </a:solidFill>
              </a:defRPr>
            </a:lvl7pPr>
            <a:lvl8pPr algn="l">
              <a:defRPr sz="1650" b="0">
                <a:solidFill>
                  <a:srgbClr val="A5B6CD"/>
                </a:solidFill>
              </a:defRPr>
            </a:lvl8pPr>
            <a:lvl9pPr algn="l">
              <a:defRPr sz="1650" b="0">
                <a:solidFill>
                  <a:srgbClr val="A5B6CD"/>
                </a:solidFill>
              </a:defRPr>
            </a:lvl9pPr>
          </a:lstStyle>
          <a:p xmlns:a="http://schemas.openxmlformats.org/drawingml/2006/main">
            <a:pPr algn="l">
              <a:defRPr sz="1650" b="0">
                <a:solidFill>
                  <a:srgbClr val="A5B6CD"/>
                </a:solidFill>
              </a:defRPr>
            </a:pPr>
            <a:r>
              <a:rPr sz="1650" b="0">
                <a:solidFill>
                  <a:srgbClr val="A5B6CD"/>
                </a:solidFill>
              </a:rPr>
              <a:t>21 reglas. Tres escenarios offline.</a:t>
            </a:r>
          </a:p>
          <a:p xmlns:a="http://schemas.openxmlformats.org/drawingml/2006/main">
            <a:pPr algn="l">
              <a:defRPr sz="1650" b="0">
                <a:solidFill>
                  <a:srgbClr val="A5B6CD"/>
                </a:solidFill>
              </a:defRPr>
            </a:pPr>
            <a:r>
              <a:rPr sz="1650" b="0">
                <a:solidFill>
                  <a:srgbClr val="A5B6CD"/>
                </a:solidFill>
              </a:rPr>
              <a:t>63/63 coincidencias.</a:t>
            </a:r>
          </a:p>
        </p:txBody>
      </p:sp>
      <p:sp>
        <p:nvSpPr>
          <p:cNvPr id="21" name="quality-status-0-bg">
            <a:extLst xmlns:a="http://schemas.openxmlformats.org/drawingml/2006/main">
              <a:ext uri="{FF2B5EF4-FFF2-40B4-BE49-F238E27FC236}">
                <a16:creationId xmlns:a16="http://schemas.microsoft.com/office/drawing/2014/main" id="{F79482AB-C999-49BB-B47E-66B661F97C00}"/>
              </a:ext>
            </a:extLst>
          </p:cNvPr>
          <p:cNvSpPr>
            <a:spLocks xmlns:a="http://schemas.openxmlformats.org/drawingml/2006/main" noGrp="1"/>
          </p:cNvSpPr>
          <p:nvPr/>
        </p:nvSpPr>
        <p:spPr>
          <a:xfrm xmlns:a="http://schemas.openxmlformats.org/drawingml/2006/main">
            <a:off x="10191750" y="2257425"/>
            <a:ext cx="1104900" cy="304800"/>
          </a:xfrm>
          <a:prstGeom xmlns:a="http://schemas.openxmlformats.org/drawingml/2006/main" prst="roundRect">
            <a:avLst>
              <a:gd name="adj" fmla="val 12500"/>
            </a:avLst>
          </a:prstGeom>
          <a:solidFill xmlns:a="http://schemas.openxmlformats.org/drawingml/2006/main">
            <a:srgbClr val="1A3D32"/>
          </a:solidFill>
          <a:ln xmlns:a="http://schemas.openxmlformats.org/drawingml/2006/main" w="0">
            <a:noFill/>
          </a:ln>
        </p:spPr>
      </p:sp>
      <p:sp>
        <p:nvSpPr>
          <p:cNvPr id="22" name="quality-status-0">
            <a:extLst xmlns:a="http://schemas.openxmlformats.org/drawingml/2006/main">
              <a:ext uri="{FF2B5EF4-FFF2-40B4-BE49-F238E27FC236}">
                <a16:creationId xmlns:a16="http://schemas.microsoft.com/office/drawing/2014/main" id="{758B3147-BEA4-4227-BB8E-15943702424D}"/>
              </a:ext>
            </a:extLst>
          </p:cNvPr>
          <p:cNvSpPr>
            <a:spLocks xmlns:a="http://schemas.openxmlformats.org/drawingml/2006/main" noGrp="1"/>
          </p:cNvSpPr>
          <p:nvPr/>
        </p:nvSpPr>
        <p:spPr>
          <a:xfrm xmlns:a="http://schemas.openxmlformats.org/drawingml/2006/main">
            <a:off x="10258425" y="229552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1">
                <a:solidFill>
                  <a:srgbClr val="B7E4CA"/>
                </a:solidFill>
              </a:defRPr>
            </a:defPPr>
            <a:lvl1pPr algn="ctr">
              <a:defRPr sz="1275" b="1">
                <a:solidFill>
                  <a:srgbClr val="B7E4CA"/>
                </a:solidFill>
              </a:defRPr>
            </a:lvl1pPr>
            <a:lvl2pPr algn="ctr">
              <a:defRPr sz="1275" b="1">
                <a:solidFill>
                  <a:srgbClr val="B7E4CA"/>
                </a:solidFill>
              </a:defRPr>
            </a:lvl2pPr>
            <a:lvl3pPr algn="ctr">
              <a:defRPr sz="1275" b="1">
                <a:solidFill>
                  <a:srgbClr val="B7E4CA"/>
                </a:solidFill>
              </a:defRPr>
            </a:lvl3pPr>
            <a:lvl4pPr algn="ctr">
              <a:defRPr sz="1275" b="1">
                <a:solidFill>
                  <a:srgbClr val="B7E4CA"/>
                </a:solidFill>
              </a:defRPr>
            </a:lvl4pPr>
            <a:lvl5pPr algn="ctr">
              <a:defRPr sz="1275" b="1">
                <a:solidFill>
                  <a:srgbClr val="B7E4CA"/>
                </a:solidFill>
              </a:defRPr>
            </a:lvl5pPr>
            <a:lvl6pPr algn="ctr">
              <a:defRPr sz="1275" b="1">
                <a:solidFill>
                  <a:srgbClr val="B7E4CA"/>
                </a:solidFill>
              </a:defRPr>
            </a:lvl6pPr>
            <a:lvl7pPr algn="ctr">
              <a:defRPr sz="1275" b="1">
                <a:solidFill>
                  <a:srgbClr val="B7E4CA"/>
                </a:solidFill>
              </a:defRPr>
            </a:lvl7pPr>
            <a:lvl8pPr algn="ctr">
              <a:defRPr sz="1275" b="1">
                <a:solidFill>
                  <a:srgbClr val="B7E4CA"/>
                </a:solidFill>
              </a:defRPr>
            </a:lvl8pPr>
            <a:lvl9pPr algn="ctr">
              <a:defRPr sz="1275" b="1">
                <a:solidFill>
                  <a:srgbClr val="B7E4CA"/>
                </a:solidFill>
              </a:defRPr>
            </a:lvl9pPr>
          </a:lstStyle>
          <a:p xmlns:a="http://schemas.openxmlformats.org/drawingml/2006/main">
            <a:pPr algn="ctr">
              <a:defRPr sz="1275" b="1">
                <a:solidFill>
                  <a:srgbClr val="B7E4CA"/>
                </a:solidFill>
              </a:defRPr>
            </a:pPr>
            <a:r>
              <a:rPr sz="1275" b="1">
                <a:solidFill>
                  <a:srgbClr val="B7E4CA"/>
                </a:solidFill>
              </a:rPr>
              <a:t>logrado</a:t>
            </a:r>
          </a:p>
        </p:txBody>
      </p:sp>
      <p:sp>
        <p:nvSpPr>
          <p:cNvPr id="23" name="quality-1">
            <a:extLst xmlns:a="http://schemas.openxmlformats.org/drawingml/2006/main">
              <a:ext uri="{FF2B5EF4-FFF2-40B4-BE49-F238E27FC236}">
                <a16:creationId xmlns:a16="http://schemas.microsoft.com/office/drawing/2014/main" id="{4518D569-EF44-4294-BC5A-A3058E956CB1}"/>
              </a:ext>
            </a:extLst>
          </p:cNvPr>
          <p:cNvSpPr>
            <a:spLocks xmlns:a="http://schemas.openxmlformats.org/drawingml/2006/main" noGrp="1"/>
          </p:cNvSpPr>
          <p:nvPr/>
        </p:nvSpPr>
        <p:spPr>
          <a:xfrm xmlns:a="http://schemas.openxmlformats.org/drawingml/2006/main">
            <a:off x="609600" y="3219450"/>
            <a:ext cx="10972800" cy="990600"/>
          </a:xfrm>
          <a:prstGeom xmlns:a="http://schemas.openxmlformats.org/drawingml/2006/main" prst="roundRect">
            <a:avLst>
              <a:gd name="adj" fmla="val 7692"/>
            </a:avLst>
          </a:prstGeom>
          <a:solidFill xmlns:a="http://schemas.openxmlformats.org/drawingml/2006/main">
            <a:srgbClr val="132137"/>
          </a:solidFill>
          <a:ln xmlns:a="http://schemas.openxmlformats.org/drawingml/2006/main" w="9525">
            <a:solidFill>
              <a:srgbClr val="263B55"/>
            </a:solidFill>
          </a:ln>
        </p:spPr>
      </p:sp>
      <p:sp>
        <p:nvSpPr>
          <p:cNvPr id="24" name="quality-code-1-bg">
            <a:extLst xmlns:a="http://schemas.openxmlformats.org/drawingml/2006/main">
              <a:ext uri="{FF2B5EF4-FFF2-40B4-BE49-F238E27FC236}">
                <a16:creationId xmlns:a16="http://schemas.microsoft.com/office/drawing/2014/main" id="{71B63FC9-CCDE-4412-95E9-AEADC302219D}"/>
              </a:ext>
            </a:extLst>
          </p:cNvPr>
          <p:cNvSpPr>
            <a:spLocks xmlns:a="http://schemas.openxmlformats.org/drawingml/2006/main" noGrp="1"/>
          </p:cNvSpPr>
          <p:nvPr/>
        </p:nvSpPr>
        <p:spPr>
          <a:xfrm xmlns:a="http://schemas.openxmlformats.org/drawingml/2006/main">
            <a:off x="838200" y="3495675"/>
            <a:ext cx="495300" cy="3429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0">
            <a:noFill/>
          </a:ln>
        </p:spPr>
      </p:sp>
      <p:sp>
        <p:nvSpPr>
          <p:cNvPr id="25" name="quality-code-1">
            <a:extLst xmlns:a="http://schemas.openxmlformats.org/drawingml/2006/main">
              <a:ext uri="{FF2B5EF4-FFF2-40B4-BE49-F238E27FC236}">
                <a16:creationId xmlns:a16="http://schemas.microsoft.com/office/drawing/2014/main" id="{BBC2D9F2-ADC8-4028-83DD-E08CA9FEF79C}"/>
              </a:ext>
            </a:extLst>
          </p:cNvPr>
          <p:cNvSpPr>
            <a:spLocks xmlns:a="http://schemas.openxmlformats.org/drawingml/2006/main" noGrp="1"/>
          </p:cNvSpPr>
          <p:nvPr/>
        </p:nvSpPr>
        <p:spPr>
          <a:xfrm xmlns:a="http://schemas.openxmlformats.org/drawingml/2006/main">
            <a:off x="904875" y="35337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58C6E4"/>
                </a:solidFill>
              </a:defRPr>
            </a:defPPr>
            <a:lvl1pPr algn="ctr">
              <a:defRPr sz="1575" b="1">
                <a:solidFill>
                  <a:srgbClr val="58C6E4"/>
                </a:solidFill>
              </a:defRPr>
            </a:lvl1pPr>
            <a:lvl2pPr algn="ctr">
              <a:defRPr sz="1575" b="1">
                <a:solidFill>
                  <a:srgbClr val="58C6E4"/>
                </a:solidFill>
              </a:defRPr>
            </a:lvl2pPr>
            <a:lvl3pPr algn="ctr">
              <a:defRPr sz="1575" b="1">
                <a:solidFill>
                  <a:srgbClr val="58C6E4"/>
                </a:solidFill>
              </a:defRPr>
            </a:lvl3pPr>
            <a:lvl4pPr algn="ctr">
              <a:defRPr sz="1575" b="1">
                <a:solidFill>
                  <a:srgbClr val="58C6E4"/>
                </a:solidFill>
              </a:defRPr>
            </a:lvl4pPr>
            <a:lvl5pPr algn="ctr">
              <a:defRPr sz="1575" b="1">
                <a:solidFill>
                  <a:srgbClr val="58C6E4"/>
                </a:solidFill>
              </a:defRPr>
            </a:lvl5pPr>
            <a:lvl6pPr algn="ctr">
              <a:defRPr sz="1575" b="1">
                <a:solidFill>
                  <a:srgbClr val="58C6E4"/>
                </a:solidFill>
              </a:defRPr>
            </a:lvl6pPr>
            <a:lvl7pPr algn="ctr">
              <a:defRPr sz="1575" b="1">
                <a:solidFill>
                  <a:srgbClr val="58C6E4"/>
                </a:solidFill>
              </a:defRPr>
            </a:lvl7pPr>
            <a:lvl8pPr algn="ctr">
              <a:defRPr sz="1575" b="1">
                <a:solidFill>
                  <a:srgbClr val="58C6E4"/>
                </a:solidFill>
              </a:defRPr>
            </a:lvl8pPr>
            <a:lvl9pPr algn="ctr">
              <a:defRPr sz="1575" b="1">
                <a:solidFill>
                  <a:srgbClr val="58C6E4"/>
                </a:solidFill>
              </a:defRPr>
            </a:lvl9pPr>
          </a:lstStyle>
          <a:p xmlns:a="http://schemas.openxmlformats.org/drawingml/2006/main">
            <a:pPr algn="ctr">
              <a:defRPr sz="1575" b="1">
                <a:solidFill>
                  <a:srgbClr val="58C6E4"/>
                </a:solidFill>
              </a:defRPr>
            </a:pPr>
            <a:r>
              <a:rPr sz="1575" b="1">
                <a:solidFill>
                  <a:srgbClr val="58C6E4"/>
                </a:solidFill>
              </a:rPr>
              <a:t>4.1</a:t>
            </a:r>
          </a:p>
        </p:txBody>
      </p:sp>
      <p:sp>
        <p:nvSpPr>
          <p:cNvPr id="26" name="quality-title-1">
            <a:extLst xmlns:a="http://schemas.openxmlformats.org/drawingml/2006/main">
              <a:ext uri="{FF2B5EF4-FFF2-40B4-BE49-F238E27FC236}">
                <a16:creationId xmlns:a16="http://schemas.microsoft.com/office/drawing/2014/main" id="{C3117024-7443-4AFA-A5E9-6596BD0671E0}"/>
              </a:ext>
            </a:extLst>
          </p:cNvPr>
          <p:cNvSpPr>
            <a:spLocks xmlns:a="http://schemas.openxmlformats.org/drawingml/2006/main" noGrp="1"/>
          </p:cNvSpPr>
          <p:nvPr/>
        </p:nvSpPr>
        <p:spPr>
          <a:xfrm xmlns:a="http://schemas.openxmlformats.org/drawingml/2006/main">
            <a:off x="1562100" y="3419475"/>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Políticas de</a:t>
            </a:r>
          </a:p>
          <a:p xmlns:a="http://schemas.openxmlformats.org/drawingml/2006/main">
            <a:pPr algn="l">
              <a:defRPr sz="1800" b="1">
                <a:solidFill>
                  <a:srgbClr val="E8EEF7"/>
                </a:solidFill>
              </a:defRPr>
            </a:pPr>
            <a:r>
              <a:rPr sz="1800" b="1">
                <a:solidFill>
                  <a:srgbClr val="E8EEF7"/>
                </a:solidFill>
              </a:rPr>
              <a:t>seguridad</a:t>
            </a:r>
          </a:p>
        </p:txBody>
      </p:sp>
      <p:sp>
        <p:nvSpPr>
          <p:cNvPr id="27" name="quality-evidence-1">
            <a:extLst xmlns:a="http://schemas.openxmlformats.org/drawingml/2006/main">
              <a:ext uri="{FF2B5EF4-FFF2-40B4-BE49-F238E27FC236}">
                <a16:creationId xmlns:a16="http://schemas.microsoft.com/office/drawing/2014/main" id="{7332810D-CEDB-4B1E-B05D-88DF762FCAD8}"/>
              </a:ext>
            </a:extLst>
          </p:cNvPr>
          <p:cNvSpPr>
            <a:spLocks xmlns:a="http://schemas.openxmlformats.org/drawingml/2006/main" noGrp="1"/>
          </p:cNvSpPr>
          <p:nvPr/>
        </p:nvSpPr>
        <p:spPr>
          <a:xfrm xmlns:a="http://schemas.openxmlformats.org/drawingml/2006/main">
            <a:off x="4762500" y="3448050"/>
            <a:ext cx="5048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A5B6CD"/>
                </a:solidFill>
              </a:defRPr>
            </a:defPPr>
            <a:lvl1pPr algn="l">
              <a:defRPr sz="1650" b="0">
                <a:solidFill>
                  <a:srgbClr val="A5B6CD"/>
                </a:solidFill>
              </a:defRPr>
            </a:lvl1pPr>
            <a:lvl2pPr algn="l">
              <a:defRPr sz="1650" b="0">
                <a:solidFill>
                  <a:srgbClr val="A5B6CD"/>
                </a:solidFill>
              </a:defRPr>
            </a:lvl2pPr>
            <a:lvl3pPr algn="l">
              <a:defRPr sz="1650" b="0">
                <a:solidFill>
                  <a:srgbClr val="A5B6CD"/>
                </a:solidFill>
              </a:defRPr>
            </a:lvl3pPr>
            <a:lvl4pPr algn="l">
              <a:defRPr sz="1650" b="0">
                <a:solidFill>
                  <a:srgbClr val="A5B6CD"/>
                </a:solidFill>
              </a:defRPr>
            </a:lvl4pPr>
            <a:lvl5pPr algn="l">
              <a:defRPr sz="1650" b="0">
                <a:solidFill>
                  <a:srgbClr val="A5B6CD"/>
                </a:solidFill>
              </a:defRPr>
            </a:lvl5pPr>
            <a:lvl6pPr algn="l">
              <a:defRPr sz="1650" b="0">
                <a:solidFill>
                  <a:srgbClr val="A5B6CD"/>
                </a:solidFill>
              </a:defRPr>
            </a:lvl6pPr>
            <a:lvl7pPr algn="l">
              <a:defRPr sz="1650" b="0">
                <a:solidFill>
                  <a:srgbClr val="A5B6CD"/>
                </a:solidFill>
              </a:defRPr>
            </a:lvl7pPr>
            <a:lvl8pPr algn="l">
              <a:defRPr sz="1650" b="0">
                <a:solidFill>
                  <a:srgbClr val="A5B6CD"/>
                </a:solidFill>
              </a:defRPr>
            </a:lvl8pPr>
            <a:lvl9pPr algn="l">
              <a:defRPr sz="1650" b="0">
                <a:solidFill>
                  <a:srgbClr val="A5B6CD"/>
                </a:solidFill>
              </a:defRPr>
            </a:lvl9pPr>
          </a:lstStyle>
          <a:p xmlns:a="http://schemas.openxmlformats.org/drawingml/2006/main">
            <a:pPr algn="l">
              <a:defRPr sz="1650" b="0">
                <a:solidFill>
                  <a:srgbClr val="A5B6CD"/>
                </a:solidFill>
              </a:defRPr>
            </a:pPr>
            <a:r>
              <a:rPr sz="1650" b="0">
                <a:solidFill>
                  <a:srgbClr val="A5B6CD"/>
                </a:solidFill>
              </a:rPr>
              <a:t>SSH de lectura y sanitización.</a:t>
            </a:r>
          </a:p>
          <a:p xmlns:a="http://schemas.openxmlformats.org/drawingml/2006/main">
            <a:pPr algn="l">
              <a:defRPr sz="1650" b="0">
                <a:solidFill>
                  <a:srgbClr val="A5B6CD"/>
                </a:solidFill>
              </a:defRPr>
            </a:pPr>
            <a:r>
              <a:rPr sz="1650" b="0">
                <a:solidFill>
                  <a:srgbClr val="A5B6CD"/>
                </a:solidFill>
              </a:rPr>
              <a:t>Invariantes. 815 tests aprobados.</a:t>
            </a:r>
          </a:p>
        </p:txBody>
      </p:sp>
      <p:sp>
        <p:nvSpPr>
          <p:cNvPr id="28" name="quality-status-1-bg">
            <a:extLst xmlns:a="http://schemas.openxmlformats.org/drawingml/2006/main">
              <a:ext uri="{FF2B5EF4-FFF2-40B4-BE49-F238E27FC236}">
                <a16:creationId xmlns:a16="http://schemas.microsoft.com/office/drawing/2014/main" id="{A31D95F2-C172-4F94-9F1D-5FF2A9F8C8A7}"/>
              </a:ext>
            </a:extLst>
          </p:cNvPr>
          <p:cNvSpPr>
            <a:spLocks xmlns:a="http://schemas.openxmlformats.org/drawingml/2006/main" noGrp="1"/>
          </p:cNvSpPr>
          <p:nvPr/>
        </p:nvSpPr>
        <p:spPr>
          <a:xfrm xmlns:a="http://schemas.openxmlformats.org/drawingml/2006/main">
            <a:off x="10191750" y="3524250"/>
            <a:ext cx="1104900" cy="304800"/>
          </a:xfrm>
          <a:prstGeom xmlns:a="http://schemas.openxmlformats.org/drawingml/2006/main" prst="roundRect">
            <a:avLst>
              <a:gd name="adj" fmla="val 12500"/>
            </a:avLst>
          </a:prstGeom>
          <a:solidFill xmlns:a="http://schemas.openxmlformats.org/drawingml/2006/main">
            <a:srgbClr val="1A3D32"/>
          </a:solidFill>
          <a:ln xmlns:a="http://schemas.openxmlformats.org/drawingml/2006/main" w="0">
            <a:noFill/>
          </a:ln>
        </p:spPr>
      </p:sp>
      <p:sp>
        <p:nvSpPr>
          <p:cNvPr id="29" name="quality-status-1">
            <a:extLst xmlns:a="http://schemas.openxmlformats.org/drawingml/2006/main">
              <a:ext uri="{FF2B5EF4-FFF2-40B4-BE49-F238E27FC236}">
                <a16:creationId xmlns:a16="http://schemas.microsoft.com/office/drawing/2014/main" id="{408367CA-1C19-414B-8AA7-3BA5A5FF59CC}"/>
              </a:ext>
            </a:extLst>
          </p:cNvPr>
          <p:cNvSpPr>
            <a:spLocks xmlns:a="http://schemas.openxmlformats.org/drawingml/2006/main" noGrp="1"/>
          </p:cNvSpPr>
          <p:nvPr/>
        </p:nvSpPr>
        <p:spPr>
          <a:xfrm xmlns:a="http://schemas.openxmlformats.org/drawingml/2006/main">
            <a:off x="10258425" y="35623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1">
                <a:solidFill>
                  <a:srgbClr val="B7E4CA"/>
                </a:solidFill>
              </a:defRPr>
            </a:defPPr>
            <a:lvl1pPr algn="ctr">
              <a:defRPr sz="1275" b="1">
                <a:solidFill>
                  <a:srgbClr val="B7E4CA"/>
                </a:solidFill>
              </a:defRPr>
            </a:lvl1pPr>
            <a:lvl2pPr algn="ctr">
              <a:defRPr sz="1275" b="1">
                <a:solidFill>
                  <a:srgbClr val="B7E4CA"/>
                </a:solidFill>
              </a:defRPr>
            </a:lvl2pPr>
            <a:lvl3pPr algn="ctr">
              <a:defRPr sz="1275" b="1">
                <a:solidFill>
                  <a:srgbClr val="B7E4CA"/>
                </a:solidFill>
              </a:defRPr>
            </a:lvl3pPr>
            <a:lvl4pPr algn="ctr">
              <a:defRPr sz="1275" b="1">
                <a:solidFill>
                  <a:srgbClr val="B7E4CA"/>
                </a:solidFill>
              </a:defRPr>
            </a:lvl4pPr>
            <a:lvl5pPr algn="ctr">
              <a:defRPr sz="1275" b="1">
                <a:solidFill>
                  <a:srgbClr val="B7E4CA"/>
                </a:solidFill>
              </a:defRPr>
            </a:lvl5pPr>
            <a:lvl6pPr algn="ctr">
              <a:defRPr sz="1275" b="1">
                <a:solidFill>
                  <a:srgbClr val="B7E4CA"/>
                </a:solidFill>
              </a:defRPr>
            </a:lvl6pPr>
            <a:lvl7pPr algn="ctr">
              <a:defRPr sz="1275" b="1">
                <a:solidFill>
                  <a:srgbClr val="B7E4CA"/>
                </a:solidFill>
              </a:defRPr>
            </a:lvl7pPr>
            <a:lvl8pPr algn="ctr">
              <a:defRPr sz="1275" b="1">
                <a:solidFill>
                  <a:srgbClr val="B7E4CA"/>
                </a:solidFill>
              </a:defRPr>
            </a:lvl8pPr>
            <a:lvl9pPr algn="ctr">
              <a:defRPr sz="1275" b="1">
                <a:solidFill>
                  <a:srgbClr val="B7E4CA"/>
                </a:solidFill>
              </a:defRPr>
            </a:lvl9pPr>
          </a:lstStyle>
          <a:p xmlns:a="http://schemas.openxmlformats.org/drawingml/2006/main">
            <a:pPr algn="ctr">
              <a:defRPr sz="1275" b="1">
                <a:solidFill>
                  <a:srgbClr val="B7E4CA"/>
                </a:solidFill>
              </a:defRPr>
            </a:pPr>
            <a:r>
              <a:rPr sz="1275" b="1">
                <a:solidFill>
                  <a:srgbClr val="B7E4CA"/>
                </a:solidFill>
              </a:rPr>
              <a:t>logrado</a:t>
            </a:r>
          </a:p>
        </p:txBody>
      </p:sp>
      <p:sp>
        <p:nvSpPr>
          <p:cNvPr id="30" name="quality-2">
            <a:extLst xmlns:a="http://schemas.openxmlformats.org/drawingml/2006/main">
              <a:ext uri="{FF2B5EF4-FFF2-40B4-BE49-F238E27FC236}">
                <a16:creationId xmlns:a16="http://schemas.microsoft.com/office/drawing/2014/main" id="{56DD5FA6-FCDE-4AF4-8638-B7E977A44984}"/>
              </a:ext>
            </a:extLst>
          </p:cNvPr>
          <p:cNvSpPr>
            <a:spLocks xmlns:a="http://schemas.openxmlformats.org/drawingml/2006/main" noGrp="1"/>
          </p:cNvSpPr>
          <p:nvPr/>
        </p:nvSpPr>
        <p:spPr>
          <a:xfrm xmlns:a="http://schemas.openxmlformats.org/drawingml/2006/main">
            <a:off x="609600" y="4486275"/>
            <a:ext cx="10972800" cy="990600"/>
          </a:xfrm>
          <a:prstGeom xmlns:a="http://schemas.openxmlformats.org/drawingml/2006/main" prst="roundRect">
            <a:avLst>
              <a:gd name="adj" fmla="val 7692"/>
            </a:avLst>
          </a:prstGeom>
          <a:solidFill xmlns:a="http://schemas.openxmlformats.org/drawingml/2006/main">
            <a:srgbClr val="132137"/>
          </a:solidFill>
          <a:ln xmlns:a="http://schemas.openxmlformats.org/drawingml/2006/main" w="9525">
            <a:solidFill>
              <a:srgbClr val="263B55"/>
            </a:solidFill>
          </a:ln>
        </p:spPr>
      </p:sp>
      <p:sp>
        <p:nvSpPr>
          <p:cNvPr id="31" name="quality-code-2-bg">
            <a:extLst xmlns:a="http://schemas.openxmlformats.org/drawingml/2006/main">
              <a:ext uri="{FF2B5EF4-FFF2-40B4-BE49-F238E27FC236}">
                <a16:creationId xmlns:a16="http://schemas.microsoft.com/office/drawing/2014/main" id="{1CF26C6E-74E9-4FCB-BF67-C896C1E09323}"/>
              </a:ext>
            </a:extLst>
          </p:cNvPr>
          <p:cNvSpPr>
            <a:spLocks xmlns:a="http://schemas.openxmlformats.org/drawingml/2006/main" noGrp="1"/>
          </p:cNvSpPr>
          <p:nvPr/>
        </p:nvSpPr>
        <p:spPr>
          <a:xfrm xmlns:a="http://schemas.openxmlformats.org/drawingml/2006/main">
            <a:off x="838200" y="4762500"/>
            <a:ext cx="495300" cy="342900"/>
          </a:xfrm>
          <a:prstGeom xmlns:a="http://schemas.openxmlformats.org/drawingml/2006/main" prst="roundRect">
            <a:avLst>
              <a:gd name="adj" fmla="val 11111"/>
            </a:avLst>
          </a:prstGeom>
          <a:solidFill xmlns:a="http://schemas.openxmlformats.org/drawingml/2006/main">
            <a:srgbClr val="172943"/>
          </a:solidFill>
          <a:ln xmlns:a="http://schemas.openxmlformats.org/drawingml/2006/main" w="0">
            <a:noFill/>
          </a:ln>
        </p:spPr>
      </p:sp>
      <p:sp>
        <p:nvSpPr>
          <p:cNvPr id="32" name="quality-code-2">
            <a:extLst xmlns:a="http://schemas.openxmlformats.org/drawingml/2006/main">
              <a:ext uri="{FF2B5EF4-FFF2-40B4-BE49-F238E27FC236}">
                <a16:creationId xmlns:a16="http://schemas.microsoft.com/office/drawing/2014/main" id="{535198FE-5FF2-45E8-B819-D0217D31318B}"/>
              </a:ext>
            </a:extLst>
          </p:cNvPr>
          <p:cNvSpPr>
            <a:spLocks xmlns:a="http://schemas.openxmlformats.org/drawingml/2006/main" noGrp="1"/>
          </p:cNvSpPr>
          <p:nvPr/>
        </p:nvSpPr>
        <p:spPr>
          <a:xfrm xmlns:a="http://schemas.openxmlformats.org/drawingml/2006/main">
            <a:off x="904875" y="48006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b="1">
                <a:solidFill>
                  <a:srgbClr val="58C6E4"/>
                </a:solidFill>
              </a:defRPr>
            </a:defPPr>
            <a:lvl1pPr algn="ctr">
              <a:defRPr sz="1575" b="1">
                <a:solidFill>
                  <a:srgbClr val="58C6E4"/>
                </a:solidFill>
              </a:defRPr>
            </a:lvl1pPr>
            <a:lvl2pPr algn="ctr">
              <a:defRPr sz="1575" b="1">
                <a:solidFill>
                  <a:srgbClr val="58C6E4"/>
                </a:solidFill>
              </a:defRPr>
            </a:lvl2pPr>
            <a:lvl3pPr algn="ctr">
              <a:defRPr sz="1575" b="1">
                <a:solidFill>
                  <a:srgbClr val="58C6E4"/>
                </a:solidFill>
              </a:defRPr>
            </a:lvl3pPr>
            <a:lvl4pPr algn="ctr">
              <a:defRPr sz="1575" b="1">
                <a:solidFill>
                  <a:srgbClr val="58C6E4"/>
                </a:solidFill>
              </a:defRPr>
            </a:lvl4pPr>
            <a:lvl5pPr algn="ctr">
              <a:defRPr sz="1575" b="1">
                <a:solidFill>
                  <a:srgbClr val="58C6E4"/>
                </a:solidFill>
              </a:defRPr>
            </a:lvl5pPr>
            <a:lvl6pPr algn="ctr">
              <a:defRPr sz="1575" b="1">
                <a:solidFill>
                  <a:srgbClr val="58C6E4"/>
                </a:solidFill>
              </a:defRPr>
            </a:lvl6pPr>
            <a:lvl7pPr algn="ctr">
              <a:defRPr sz="1575" b="1">
                <a:solidFill>
                  <a:srgbClr val="58C6E4"/>
                </a:solidFill>
              </a:defRPr>
            </a:lvl7pPr>
            <a:lvl8pPr algn="ctr">
              <a:defRPr sz="1575" b="1">
                <a:solidFill>
                  <a:srgbClr val="58C6E4"/>
                </a:solidFill>
              </a:defRPr>
            </a:lvl8pPr>
            <a:lvl9pPr algn="ctr">
              <a:defRPr sz="1575" b="1">
                <a:solidFill>
                  <a:srgbClr val="58C6E4"/>
                </a:solidFill>
              </a:defRPr>
            </a:lvl9pPr>
          </a:lstStyle>
          <a:p xmlns:a="http://schemas.openxmlformats.org/drawingml/2006/main">
            <a:pPr algn="ctr">
              <a:defRPr sz="1575" b="1">
                <a:solidFill>
                  <a:srgbClr val="58C6E4"/>
                </a:solidFill>
              </a:defRPr>
            </a:pPr>
            <a:r>
              <a:rPr sz="1575" b="1">
                <a:solidFill>
                  <a:srgbClr val="58C6E4"/>
                </a:solidFill>
              </a:rPr>
              <a:t>5.1</a:t>
            </a:r>
          </a:p>
        </p:txBody>
      </p:sp>
      <p:sp>
        <p:nvSpPr>
          <p:cNvPr id="33" name="quality-title-2">
            <a:extLst xmlns:a="http://schemas.openxmlformats.org/drawingml/2006/main">
              <a:ext uri="{FF2B5EF4-FFF2-40B4-BE49-F238E27FC236}">
                <a16:creationId xmlns:a16="http://schemas.microsoft.com/office/drawing/2014/main" id="{2B9B420E-D892-4478-838A-16CF01183181}"/>
              </a:ext>
            </a:extLst>
          </p:cNvPr>
          <p:cNvSpPr>
            <a:spLocks xmlns:a="http://schemas.openxmlformats.org/drawingml/2006/main" noGrp="1"/>
          </p:cNvSpPr>
          <p:nvPr/>
        </p:nvSpPr>
        <p:spPr>
          <a:xfrm xmlns:a="http://schemas.openxmlformats.org/drawingml/2006/main">
            <a:off x="1562100" y="4686300"/>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Tendencias</a:t>
            </a:r>
          </a:p>
          <a:p xmlns:a="http://schemas.openxmlformats.org/drawingml/2006/main">
            <a:pPr algn="l">
              <a:defRPr sz="1800" b="1">
                <a:solidFill>
                  <a:srgbClr val="E8EEF7"/>
                </a:solidFill>
              </a:defRPr>
            </a:pPr>
            <a:r>
              <a:rPr sz="1800" b="1">
                <a:solidFill>
                  <a:srgbClr val="E8EEF7"/>
                </a:solidFill>
              </a:rPr>
              <a:t>tecnológicas</a:t>
            </a:r>
          </a:p>
        </p:txBody>
      </p:sp>
      <p:sp>
        <p:nvSpPr>
          <p:cNvPr id="34" name="quality-evidence-2">
            <a:extLst xmlns:a="http://schemas.openxmlformats.org/drawingml/2006/main">
              <a:ext uri="{FF2B5EF4-FFF2-40B4-BE49-F238E27FC236}">
                <a16:creationId xmlns:a16="http://schemas.microsoft.com/office/drawing/2014/main" id="{BE84D4DD-A747-4285-94F8-D511116EB7E7}"/>
              </a:ext>
            </a:extLst>
          </p:cNvPr>
          <p:cNvSpPr>
            <a:spLocks xmlns:a="http://schemas.openxmlformats.org/drawingml/2006/main" noGrp="1"/>
          </p:cNvSpPr>
          <p:nvPr/>
        </p:nvSpPr>
        <p:spPr>
          <a:xfrm xmlns:a="http://schemas.openxmlformats.org/drawingml/2006/main">
            <a:off x="4762500" y="4714875"/>
            <a:ext cx="5048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A5B6CD"/>
                </a:solidFill>
              </a:defRPr>
            </a:defPPr>
            <a:lvl1pPr algn="l">
              <a:defRPr sz="1650" b="0">
                <a:solidFill>
                  <a:srgbClr val="A5B6CD"/>
                </a:solidFill>
              </a:defRPr>
            </a:lvl1pPr>
            <a:lvl2pPr algn="l">
              <a:defRPr sz="1650" b="0">
                <a:solidFill>
                  <a:srgbClr val="A5B6CD"/>
                </a:solidFill>
              </a:defRPr>
            </a:lvl2pPr>
            <a:lvl3pPr algn="l">
              <a:defRPr sz="1650" b="0">
                <a:solidFill>
                  <a:srgbClr val="A5B6CD"/>
                </a:solidFill>
              </a:defRPr>
            </a:lvl3pPr>
            <a:lvl4pPr algn="l">
              <a:defRPr sz="1650" b="0">
                <a:solidFill>
                  <a:srgbClr val="A5B6CD"/>
                </a:solidFill>
              </a:defRPr>
            </a:lvl4pPr>
            <a:lvl5pPr algn="l">
              <a:defRPr sz="1650" b="0">
                <a:solidFill>
                  <a:srgbClr val="A5B6CD"/>
                </a:solidFill>
              </a:defRPr>
            </a:lvl5pPr>
            <a:lvl6pPr algn="l">
              <a:defRPr sz="1650" b="0">
                <a:solidFill>
                  <a:srgbClr val="A5B6CD"/>
                </a:solidFill>
              </a:defRPr>
            </a:lvl6pPr>
            <a:lvl7pPr algn="l">
              <a:defRPr sz="1650" b="0">
                <a:solidFill>
                  <a:srgbClr val="A5B6CD"/>
                </a:solidFill>
              </a:defRPr>
            </a:lvl7pPr>
            <a:lvl8pPr algn="l">
              <a:defRPr sz="1650" b="0">
                <a:solidFill>
                  <a:srgbClr val="A5B6CD"/>
                </a:solidFill>
              </a:defRPr>
            </a:lvl8pPr>
            <a:lvl9pPr algn="l">
              <a:defRPr sz="1650" b="0">
                <a:solidFill>
                  <a:srgbClr val="A5B6CD"/>
                </a:solidFill>
              </a:defRPr>
            </a:lvl9pPr>
          </a:lstStyle>
          <a:p xmlns:a="http://schemas.openxmlformats.org/drawingml/2006/main">
            <a:pPr algn="l">
              <a:defRPr sz="1650" b="0">
                <a:solidFill>
                  <a:srgbClr val="A5B6CD"/>
                </a:solidFill>
              </a:defRPr>
            </a:pPr>
            <a:r>
              <a:rPr sz="1650" b="0">
                <a:solidFill>
                  <a:srgbClr val="A5B6CD"/>
                </a:solidFill>
              </a:rPr>
              <a:t>Gemini real, 25/10.</a:t>
            </a:r>
          </a:p>
          <a:p xmlns:a="http://schemas.openxmlformats.org/drawingml/2006/main">
            <a:pPr algn="l">
              <a:defRPr sz="1650" b="0">
                <a:solidFill>
                  <a:srgbClr val="A5B6CD"/>
                </a:solidFill>
              </a:defRPr>
            </a:pPr>
            <a:r>
              <a:rPr sz="1650" b="0">
                <a:solidFill>
                  <a:srgbClr val="A5B6CD"/>
                </a:solidFill>
              </a:rPr>
              <a:t>Explicación y chat. Registro + JSON.</a:t>
            </a:r>
          </a:p>
        </p:txBody>
      </p:sp>
      <p:sp>
        <p:nvSpPr>
          <p:cNvPr id="35" name="quality-status-2-bg">
            <a:extLst xmlns:a="http://schemas.openxmlformats.org/drawingml/2006/main">
              <a:ext uri="{FF2B5EF4-FFF2-40B4-BE49-F238E27FC236}">
                <a16:creationId xmlns:a16="http://schemas.microsoft.com/office/drawing/2014/main" id="{5AA0CB8E-F56D-4EB8-8E38-630CFA517639}"/>
              </a:ext>
            </a:extLst>
          </p:cNvPr>
          <p:cNvSpPr>
            <a:spLocks xmlns:a="http://schemas.openxmlformats.org/drawingml/2006/main" noGrp="1"/>
          </p:cNvSpPr>
          <p:nvPr/>
        </p:nvSpPr>
        <p:spPr>
          <a:xfrm xmlns:a="http://schemas.openxmlformats.org/drawingml/2006/main">
            <a:off x="10191750" y="4791075"/>
            <a:ext cx="1104900" cy="304800"/>
          </a:xfrm>
          <a:prstGeom xmlns:a="http://schemas.openxmlformats.org/drawingml/2006/main" prst="roundRect">
            <a:avLst>
              <a:gd name="adj" fmla="val 12500"/>
            </a:avLst>
          </a:prstGeom>
          <a:solidFill xmlns:a="http://schemas.openxmlformats.org/drawingml/2006/main">
            <a:srgbClr val="1A3D32"/>
          </a:solidFill>
          <a:ln xmlns:a="http://schemas.openxmlformats.org/drawingml/2006/main" w="0">
            <a:noFill/>
          </a:ln>
        </p:spPr>
      </p:sp>
      <p:sp>
        <p:nvSpPr>
          <p:cNvPr id="36" name="quality-status-2">
            <a:extLst xmlns:a="http://schemas.openxmlformats.org/drawingml/2006/main">
              <a:ext uri="{FF2B5EF4-FFF2-40B4-BE49-F238E27FC236}">
                <a16:creationId xmlns:a16="http://schemas.microsoft.com/office/drawing/2014/main" id="{2205504F-E6C0-406D-9FBC-21DFCDAE9FEE}"/>
              </a:ext>
            </a:extLst>
          </p:cNvPr>
          <p:cNvSpPr>
            <a:spLocks xmlns:a="http://schemas.openxmlformats.org/drawingml/2006/main" noGrp="1"/>
          </p:cNvSpPr>
          <p:nvPr/>
        </p:nvSpPr>
        <p:spPr>
          <a:xfrm xmlns:a="http://schemas.openxmlformats.org/drawingml/2006/main">
            <a:off x="10258425" y="482917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1">
                <a:solidFill>
                  <a:srgbClr val="B7E4CA"/>
                </a:solidFill>
              </a:defRPr>
            </a:defPPr>
            <a:lvl1pPr algn="ctr">
              <a:defRPr sz="1275" b="1">
                <a:solidFill>
                  <a:srgbClr val="B7E4CA"/>
                </a:solidFill>
              </a:defRPr>
            </a:lvl1pPr>
            <a:lvl2pPr algn="ctr">
              <a:defRPr sz="1275" b="1">
                <a:solidFill>
                  <a:srgbClr val="B7E4CA"/>
                </a:solidFill>
              </a:defRPr>
            </a:lvl2pPr>
            <a:lvl3pPr algn="ctr">
              <a:defRPr sz="1275" b="1">
                <a:solidFill>
                  <a:srgbClr val="B7E4CA"/>
                </a:solidFill>
              </a:defRPr>
            </a:lvl3pPr>
            <a:lvl4pPr algn="ctr">
              <a:defRPr sz="1275" b="1">
                <a:solidFill>
                  <a:srgbClr val="B7E4CA"/>
                </a:solidFill>
              </a:defRPr>
            </a:lvl4pPr>
            <a:lvl5pPr algn="ctr">
              <a:defRPr sz="1275" b="1">
                <a:solidFill>
                  <a:srgbClr val="B7E4CA"/>
                </a:solidFill>
              </a:defRPr>
            </a:lvl5pPr>
            <a:lvl6pPr algn="ctr">
              <a:defRPr sz="1275" b="1">
                <a:solidFill>
                  <a:srgbClr val="B7E4CA"/>
                </a:solidFill>
              </a:defRPr>
            </a:lvl6pPr>
            <a:lvl7pPr algn="ctr">
              <a:defRPr sz="1275" b="1">
                <a:solidFill>
                  <a:srgbClr val="B7E4CA"/>
                </a:solidFill>
              </a:defRPr>
            </a:lvl7pPr>
            <a:lvl8pPr algn="ctr">
              <a:defRPr sz="1275" b="1">
                <a:solidFill>
                  <a:srgbClr val="B7E4CA"/>
                </a:solidFill>
              </a:defRPr>
            </a:lvl8pPr>
            <a:lvl9pPr algn="ctr">
              <a:defRPr sz="1275" b="1">
                <a:solidFill>
                  <a:srgbClr val="B7E4CA"/>
                </a:solidFill>
              </a:defRPr>
            </a:lvl9pPr>
          </a:lstStyle>
          <a:p xmlns:a="http://schemas.openxmlformats.org/drawingml/2006/main">
            <a:pPr algn="ctr">
              <a:defRPr sz="1275" b="1">
                <a:solidFill>
                  <a:srgbClr val="B7E4CA"/>
                </a:solidFill>
              </a:defRPr>
            </a:pPr>
            <a:r>
              <a:rPr sz="1275" b="1">
                <a:solidFill>
                  <a:srgbClr val="B7E4CA"/>
                </a:solidFill>
              </a:rPr>
              <a:t>logrado</a:t>
            </a:r>
          </a:p>
        </p:txBody>
      </p:sp>
      <p:sp>
        <p:nvSpPr>
          <p:cNvPr id="37" name="alcance-matriz">
            <a:extLst xmlns:a="http://schemas.openxmlformats.org/drawingml/2006/main">
              <a:ext uri="{FF2B5EF4-FFF2-40B4-BE49-F238E27FC236}">
                <a16:creationId xmlns:a16="http://schemas.microsoft.com/office/drawing/2014/main" id="{05B7545E-0D5D-4CC8-824B-5C1BC747DFF6}"/>
              </a:ext>
            </a:extLst>
          </p:cNvPr>
          <p:cNvSpPr>
            <a:spLocks xmlns:a="http://schemas.openxmlformats.org/drawingml/2006/main" noGrp="1"/>
          </p:cNvSpPr>
          <p:nvPr/>
        </p:nvSpPr>
        <p:spPr>
          <a:xfrm xmlns:a="http://schemas.openxmlformats.org/drawingml/2006/main">
            <a:off x="609600" y="6076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A5B6CD"/>
                </a:solidFill>
              </a:defRPr>
            </a:defPPr>
            <a:lvl1pPr algn="l">
              <a:defRPr sz="1275" b="0">
                <a:solidFill>
                  <a:srgbClr val="A5B6CD"/>
                </a:solidFill>
              </a:defRPr>
            </a:lvl1pPr>
            <a:lvl2pPr algn="l">
              <a:defRPr sz="1275" b="0">
                <a:solidFill>
                  <a:srgbClr val="A5B6CD"/>
                </a:solidFill>
              </a:defRPr>
            </a:lvl2pPr>
            <a:lvl3pPr algn="l">
              <a:defRPr sz="1275" b="0">
                <a:solidFill>
                  <a:srgbClr val="A5B6CD"/>
                </a:solidFill>
              </a:defRPr>
            </a:lvl3pPr>
            <a:lvl4pPr algn="l">
              <a:defRPr sz="1275" b="0">
                <a:solidFill>
                  <a:srgbClr val="A5B6CD"/>
                </a:solidFill>
              </a:defRPr>
            </a:lvl4pPr>
            <a:lvl5pPr algn="l">
              <a:defRPr sz="1275" b="0">
                <a:solidFill>
                  <a:srgbClr val="A5B6CD"/>
                </a:solidFill>
              </a:defRPr>
            </a:lvl5pPr>
            <a:lvl6pPr algn="l">
              <a:defRPr sz="1275" b="0">
                <a:solidFill>
                  <a:srgbClr val="A5B6CD"/>
                </a:solidFill>
              </a:defRPr>
            </a:lvl6pPr>
            <a:lvl7pPr algn="l">
              <a:defRPr sz="1275" b="0">
                <a:solidFill>
                  <a:srgbClr val="A5B6CD"/>
                </a:solidFill>
              </a:defRPr>
            </a:lvl7pPr>
            <a:lvl8pPr algn="l">
              <a:defRPr sz="1275" b="0">
                <a:solidFill>
                  <a:srgbClr val="A5B6CD"/>
                </a:solidFill>
              </a:defRPr>
            </a:lvl8pPr>
            <a:lvl9pPr algn="l">
              <a:defRPr sz="1275" b="0">
                <a:solidFill>
                  <a:srgbClr val="A5B6CD"/>
                </a:solidFill>
              </a:defRPr>
            </a:lvl9pPr>
          </a:lstStyle>
          <a:p xmlns:a="http://schemas.openxmlformats.org/drawingml/2006/main">
            <a:pPr algn="l">
              <a:defRPr sz="1275" b="0">
                <a:solidFill>
                  <a:srgbClr val="A5B6CD"/>
                </a:solidFill>
              </a:defRPr>
            </a:pPr>
            <a:r>
              <a:rPr sz="1275" b="0">
                <a:solidFill>
                  <a:srgbClr val="A5B6CD"/>
                </a:solidFill>
              </a:rPr>
              <a:t>Estados del prototipo. Evidencia detallada en el informe, sección 6 y anexos B–D.</a:t>
            </a:r>
          </a:p>
        </p:txBody>
      </p:sp>
    </p:spTree>
    <p:extLst>
      <p:ext uri="{BB962C8B-B14F-4D97-AF65-F5344CB8AC3E}">
        <p14:creationId xmlns:p14="http://schemas.microsoft.com/office/powerpoint/2010/main" val="558473012"/>
      </p:ext>
    </p:extLst>
  </p:cSld>
</p:sld>
</file>

<file path=ppt/slides/slide10.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 name="titulo-oficial">
            <a:extLst xmlns:a="http://schemas.openxmlformats.org/drawingml/2006/main">
              <a:ext uri="{FF2B5EF4-FFF2-40B4-BE49-F238E27FC236}">
                <a16:creationId xmlns:a16="http://schemas.microsoft.com/office/drawing/2014/main" id="{CFD196D0-9A0C-488A-A5D6-89023FFF9580}"/>
              </a:ext>
            </a:extLst>
          </p:cNvPr>
          <p:cNvSpPr>
            <a:spLocks xmlns:a="http://schemas.openxmlformats.org/drawingml/2006/main" noGrp="1"/>
          </p:cNvSpPr>
          <p:nvPr/>
        </p:nvSpPr>
        <p:spPr>
          <a:xfrm xmlns:a="http://schemas.openxmlformats.org/drawingml/2006/main">
            <a:off x="609600" y="7239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E8EEF7"/>
                </a:solidFill>
              </a:defRPr>
            </a:defPPr>
            <a:lvl1pPr>
              <a:defRPr sz="3000" b="1">
                <a:solidFill>
                  <a:srgbClr val="E8EEF7"/>
                </a:solidFill>
              </a:defRPr>
            </a:lvl1pPr>
            <a:lvl2pPr>
              <a:defRPr sz="3000" b="1">
                <a:solidFill>
                  <a:srgbClr val="E8EEF7"/>
                </a:solidFill>
              </a:defRPr>
            </a:lvl2pPr>
            <a:lvl3pPr>
              <a:defRPr sz="3000" b="1">
                <a:solidFill>
                  <a:srgbClr val="E8EEF7"/>
                </a:solidFill>
              </a:defRPr>
            </a:lvl3pPr>
            <a:lvl4pPr>
              <a:defRPr sz="3000" b="1">
                <a:solidFill>
                  <a:srgbClr val="E8EEF7"/>
                </a:solidFill>
              </a:defRPr>
            </a:lvl4pPr>
            <a:lvl5pPr>
              <a:defRPr sz="3000" b="1">
                <a:solidFill>
                  <a:srgbClr val="E8EEF7"/>
                </a:solidFill>
              </a:defRPr>
            </a:lvl5pPr>
            <a:lvl6pPr>
              <a:defRPr sz="3000" b="1">
                <a:solidFill>
                  <a:srgbClr val="E8EEF7"/>
                </a:solidFill>
              </a:defRPr>
            </a:lvl6pPr>
            <a:lvl7pPr>
              <a:defRPr sz="3000" b="1">
                <a:solidFill>
                  <a:srgbClr val="E8EEF7"/>
                </a:solidFill>
              </a:defRPr>
            </a:lvl7pPr>
            <a:lvl8pPr>
              <a:defRPr sz="3000" b="1">
                <a:solidFill>
                  <a:srgbClr val="E8EEF7"/>
                </a:solidFill>
              </a:defRPr>
            </a:lvl8pPr>
            <a:lvl9pPr>
              <a:defRPr sz="3000" b="1">
                <a:solidFill>
                  <a:srgbClr val="E8EEF7"/>
                </a:solidFill>
              </a:defRPr>
            </a:lvl9pPr>
          </a:lstStyle>
          <a:p xmlns:a="http://schemas.openxmlformats.org/drawingml/2006/main">
            <a:pPr>
              <a:defRPr sz="3000" b="1">
                <a:solidFill>
                  <a:srgbClr val="E8EEF7"/>
                </a:solidFill>
              </a:defRPr>
            </a:pPr>
            <a:r>
              <a:rPr sz="3000" b="1">
                <a:solidFill>
                  <a:srgbClr val="E8EEF7"/>
                </a:solidFill>
              </a:rPr>
              <a:t>Próximos pasos y cierre</a:t>
            </a:r>
          </a:p>
        </p:txBody>
      </p:sp>
      <p:sp>
        <p:nvSpPr>
          <p:cNvPr id="3" name="pagina">
            <a:extLst xmlns:a="http://schemas.openxmlformats.org/drawingml/2006/main">
              <a:ext uri="{FF2B5EF4-FFF2-40B4-BE49-F238E27FC236}">
                <a16:creationId xmlns:a16="http://schemas.microsoft.com/office/drawing/2014/main" id="{A09084A7-A621-4A12-928E-483F5133410F}"/>
              </a:ext>
            </a:extLst>
          </p:cNvPr>
          <p:cNvSpPr>
            <a:spLocks xmlns:a="http://schemas.openxmlformats.org/drawingml/2006/main" noGrp="1"/>
          </p:cNvSpPr>
          <p:nvPr/>
        </p:nvSpPr>
        <p:spPr>
          <a:xfrm xmlns:a="http://schemas.openxmlformats.org/drawingml/2006/main">
            <a:off x="10896600" y="2476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b="1">
                <a:solidFill>
                  <a:srgbClr val="A5B6CD"/>
                </a:solidFill>
              </a:defRPr>
            </a:defPPr>
            <a:lvl1pPr algn="r">
              <a:defRPr sz="1200" b="1">
                <a:solidFill>
                  <a:srgbClr val="A5B6CD"/>
                </a:solidFill>
              </a:defRPr>
            </a:lvl1pPr>
            <a:lvl2pPr algn="r">
              <a:defRPr sz="1200" b="1">
                <a:solidFill>
                  <a:srgbClr val="A5B6CD"/>
                </a:solidFill>
              </a:defRPr>
            </a:lvl2pPr>
            <a:lvl3pPr algn="r">
              <a:defRPr sz="1200" b="1">
                <a:solidFill>
                  <a:srgbClr val="A5B6CD"/>
                </a:solidFill>
              </a:defRPr>
            </a:lvl3pPr>
            <a:lvl4pPr algn="r">
              <a:defRPr sz="1200" b="1">
                <a:solidFill>
                  <a:srgbClr val="A5B6CD"/>
                </a:solidFill>
              </a:defRPr>
            </a:lvl4pPr>
            <a:lvl5pPr algn="r">
              <a:defRPr sz="1200" b="1">
                <a:solidFill>
                  <a:srgbClr val="A5B6CD"/>
                </a:solidFill>
              </a:defRPr>
            </a:lvl5pPr>
            <a:lvl6pPr algn="r">
              <a:defRPr sz="1200" b="1">
                <a:solidFill>
                  <a:srgbClr val="A5B6CD"/>
                </a:solidFill>
              </a:defRPr>
            </a:lvl6pPr>
            <a:lvl7pPr algn="r">
              <a:defRPr sz="1200" b="1">
                <a:solidFill>
                  <a:srgbClr val="A5B6CD"/>
                </a:solidFill>
              </a:defRPr>
            </a:lvl7pPr>
            <a:lvl8pPr algn="r">
              <a:defRPr sz="1200" b="1">
                <a:solidFill>
                  <a:srgbClr val="A5B6CD"/>
                </a:solidFill>
              </a:defRPr>
            </a:lvl8pPr>
            <a:lvl9pPr algn="r">
              <a:defRPr sz="1200" b="1">
                <a:solidFill>
                  <a:srgbClr val="A5B6CD"/>
                </a:solidFill>
              </a:defRPr>
            </a:lvl9pPr>
          </a:lstStyle>
          <a:p xmlns:a="http://schemas.openxmlformats.org/drawingml/2006/main">
            <a:pPr algn="r">
              <a:defRPr sz="1200" b="1">
                <a:solidFill>
                  <a:srgbClr val="A5B6CD"/>
                </a:solidFill>
              </a:defRPr>
            </a:pPr>
            <a:r>
              <a:rPr sz="1200" b="1">
                <a:solidFill>
                  <a:srgbClr val="A5B6CD"/>
                </a:solidFill>
              </a:rPr>
              <a:t>10/10</a:t>
            </a:r>
          </a:p>
        </p:txBody>
      </p:sp>
      <p:sp>
        <p:nvSpPr>
          <p:cNvPr id="4" name="node-63">
            <a:extLst xmlns:a="http://schemas.openxmlformats.org/drawingml/2006/main">
              <a:ext uri="{FF2B5EF4-FFF2-40B4-BE49-F238E27FC236}">
                <a16:creationId xmlns:a16="http://schemas.microsoft.com/office/drawing/2014/main" id="{61604C4C-6A70-4300-9457-BE28A9AEFB11}"/>
              </a:ext>
            </a:extLst>
          </p:cNvPr>
          <p:cNvSpPr>
            <a:spLocks xmlns:a="http://schemas.openxmlformats.org/drawingml/2006/main" noGrp="1"/>
          </p:cNvSpPr>
          <p:nvPr/>
        </p:nvSpPr>
        <p:spPr>
          <a:xfrm xmlns:a="http://schemas.openxmlformats.org/drawingml/2006/main">
            <a:off x="604838" y="309563"/>
            <a:ext cx="66675" cy="66675"/>
          </a:xfrm>
          <a:prstGeom xmlns:a="http://schemas.openxmlformats.org/drawingml/2006/main" prst="ellipse">
            <a:avLst/>
          </a:prstGeom>
          <a:solidFill xmlns:a="http://schemas.openxmlformats.org/drawingml/2006/main">
            <a:srgbClr val="58C6E4"/>
          </a:solidFill>
          <a:ln xmlns:a="http://schemas.openxmlformats.org/drawingml/2006/main" w="0">
            <a:noFill/>
          </a:ln>
        </p:spPr>
      </p:sp>
      <p:sp>
        <p:nvSpPr>
          <p:cNvPr id="5" name="node-64">
            <a:extLst xmlns:a="http://schemas.openxmlformats.org/drawingml/2006/main">
              <a:ext uri="{FF2B5EF4-FFF2-40B4-BE49-F238E27FC236}">
                <a16:creationId xmlns:a16="http://schemas.microsoft.com/office/drawing/2014/main" id="{8D330C4D-7A9C-46EE-A182-60CE9B9856D7}"/>
              </a:ext>
            </a:extLst>
          </p:cNvPr>
          <p:cNvSpPr>
            <a:spLocks xmlns:a="http://schemas.openxmlformats.org/drawingml/2006/main" noGrp="1"/>
          </p:cNvSpPr>
          <p:nvPr/>
        </p:nvSpPr>
        <p:spPr>
          <a:xfrm xmlns:a="http://schemas.openxmlformats.org/drawingml/2006/main">
            <a:off x="719138" y="25241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6" name="node-65">
            <a:extLst xmlns:a="http://schemas.openxmlformats.org/drawingml/2006/main">
              <a:ext uri="{FF2B5EF4-FFF2-40B4-BE49-F238E27FC236}">
                <a16:creationId xmlns:a16="http://schemas.microsoft.com/office/drawing/2014/main" id="{6B05EF1F-7C09-4281-BBEB-05A3D540B824}"/>
              </a:ext>
            </a:extLst>
          </p:cNvPr>
          <p:cNvSpPr>
            <a:spLocks xmlns:a="http://schemas.openxmlformats.org/drawingml/2006/main" noGrp="1"/>
          </p:cNvSpPr>
          <p:nvPr/>
        </p:nvSpPr>
        <p:spPr>
          <a:xfrm xmlns:a="http://schemas.openxmlformats.org/drawingml/2006/main">
            <a:off x="719138" y="385763"/>
            <a:ext cx="47625" cy="47625"/>
          </a:xfrm>
          <a:prstGeom xmlns:a="http://schemas.openxmlformats.org/drawingml/2006/main" prst="ellipse">
            <a:avLst/>
          </a:prstGeom>
          <a:solidFill xmlns:a="http://schemas.openxmlformats.org/drawingml/2006/main">
            <a:srgbClr val="5A9CF2"/>
          </a:solidFill>
          <a:ln xmlns:a="http://schemas.openxmlformats.org/drawingml/2006/main" w="0">
            <a:noFill/>
          </a:ln>
        </p:spPr>
      </p:sp>
      <p:sp>
        <p:nvSpPr>
          <p:cNvPr id="7" name="line-66">
            <a:extLst xmlns:a="http://schemas.openxmlformats.org/drawingml/2006/main">
              <a:ext uri="{FF2B5EF4-FFF2-40B4-BE49-F238E27FC236}">
                <a16:creationId xmlns:a16="http://schemas.microsoft.com/office/drawing/2014/main" id="{FC684007-6C33-4590-B18B-05C5335E43F7}"/>
              </a:ext>
            </a:extLst>
          </p:cNvPr>
          <p:cNvSpPr>
            <a:spLocks xmlns:a="http://schemas.openxmlformats.org/drawingml/2006/main" noGrp="1"/>
          </p:cNvSpPr>
          <p:nvPr/>
        </p:nvSpPr>
        <p:spPr>
          <a:xfrm xmlns:a="http://schemas.openxmlformats.org/drawingml/2006/main" flipV="1">
            <a:off x="657225" y="2857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8" name="line-67">
            <a:extLst xmlns:a="http://schemas.openxmlformats.org/drawingml/2006/main">
              <a:ext uri="{FF2B5EF4-FFF2-40B4-BE49-F238E27FC236}">
                <a16:creationId xmlns:a16="http://schemas.microsoft.com/office/drawing/2014/main" id="{A5D466A1-A849-4A9D-85DB-0AD7A7C27305}"/>
              </a:ext>
            </a:extLst>
          </p:cNvPr>
          <p:cNvSpPr>
            <a:spLocks xmlns:a="http://schemas.openxmlformats.org/drawingml/2006/main" noGrp="1"/>
          </p:cNvSpPr>
          <p:nvPr/>
        </p:nvSpPr>
        <p:spPr>
          <a:xfrm xmlns:a="http://schemas.openxmlformats.org/drawingml/2006/main">
            <a:off x="657225" y="361950"/>
            <a:ext cx="66675" cy="38100"/>
          </a:xfrm>
          <a:prstGeom xmlns:a="http://schemas.openxmlformats.org/drawingml/2006/main" prst="line">
            <a:avLst/>
          </a:prstGeom>
          <a:noFill xmlns:a="http://schemas.openxmlformats.org/drawingml/2006/main"/>
          <a:ln xmlns:a="http://schemas.openxmlformats.org/drawingml/2006/main" w="9525">
            <a:solidFill>
              <a:srgbClr val="5A9CF2"/>
            </a:solidFill>
          </a:ln>
        </p:spPr>
      </p:sp>
      <p:sp>
        <p:nvSpPr>
          <p:cNvPr id="9" name="brand">
            <a:extLst xmlns:a="http://schemas.openxmlformats.org/drawingml/2006/main">
              <a:ext uri="{FF2B5EF4-FFF2-40B4-BE49-F238E27FC236}">
                <a16:creationId xmlns:a16="http://schemas.microsoft.com/office/drawing/2014/main" id="{4A1D4B60-5E82-4862-AD3E-B0CED89C59D6}"/>
              </a:ext>
            </a:extLst>
          </p:cNvPr>
          <p:cNvSpPr>
            <a:spLocks xmlns:a="http://schemas.openxmlformats.org/drawingml/2006/main" noGrp="1"/>
          </p:cNvSpPr>
          <p:nvPr/>
        </p:nvSpPr>
        <p:spPr>
          <a:xfrm xmlns:a="http://schemas.openxmlformats.org/drawingml/2006/main">
            <a:off x="876300" y="228600"/>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E8EEF7"/>
                </a:solidFill>
              </a:defRPr>
            </a:defPPr>
            <a:lvl1pPr algn="l">
              <a:defRPr sz="1200" b="1">
                <a:solidFill>
                  <a:srgbClr val="E8EEF7"/>
                </a:solidFill>
              </a:defRPr>
            </a:lvl1pPr>
            <a:lvl2pPr algn="l">
              <a:defRPr sz="1200" b="1">
                <a:solidFill>
                  <a:srgbClr val="E8EEF7"/>
                </a:solidFill>
              </a:defRPr>
            </a:lvl2pPr>
            <a:lvl3pPr algn="l">
              <a:defRPr sz="1200" b="1">
                <a:solidFill>
                  <a:srgbClr val="E8EEF7"/>
                </a:solidFill>
              </a:defRPr>
            </a:lvl3pPr>
            <a:lvl4pPr algn="l">
              <a:defRPr sz="1200" b="1">
                <a:solidFill>
                  <a:srgbClr val="E8EEF7"/>
                </a:solidFill>
              </a:defRPr>
            </a:lvl4pPr>
            <a:lvl5pPr algn="l">
              <a:defRPr sz="1200" b="1">
                <a:solidFill>
                  <a:srgbClr val="E8EEF7"/>
                </a:solidFill>
              </a:defRPr>
            </a:lvl5pPr>
            <a:lvl6pPr algn="l">
              <a:defRPr sz="1200" b="1">
                <a:solidFill>
                  <a:srgbClr val="E8EEF7"/>
                </a:solidFill>
              </a:defRPr>
            </a:lvl6pPr>
            <a:lvl7pPr algn="l">
              <a:defRPr sz="1200" b="1">
                <a:solidFill>
                  <a:srgbClr val="E8EEF7"/>
                </a:solidFill>
              </a:defRPr>
            </a:lvl7pPr>
            <a:lvl8pPr algn="l">
              <a:defRPr sz="1200" b="1">
                <a:solidFill>
                  <a:srgbClr val="E8EEF7"/>
                </a:solidFill>
              </a:defRPr>
            </a:lvl8pPr>
            <a:lvl9pPr algn="l">
              <a:defRPr sz="1200" b="1">
                <a:solidFill>
                  <a:srgbClr val="E8EEF7"/>
                </a:solidFill>
              </a:defRPr>
            </a:lvl9pPr>
          </a:lstStyle>
          <a:p xmlns:a="http://schemas.openxmlformats.org/drawingml/2006/main">
            <a:pPr algn="l">
              <a:defRPr sz="1200" b="1">
                <a:solidFill>
                  <a:srgbClr val="E8EEF7"/>
                </a:solidFill>
              </a:defRPr>
            </a:pPr>
            <a:r>
              <a:rPr sz="1200" b="1">
                <a:solidFill>
                  <a:srgbClr val="E8EEF7"/>
                </a:solidFill>
              </a:rPr>
              <a:t>NETAUDIT</a:t>
            </a:r>
          </a:p>
        </p:txBody>
      </p:sp>
      <p:sp>
        <p:nvSpPr>
          <p:cNvPr id="10" name="line-68">
            <a:extLst xmlns:a="http://schemas.openxmlformats.org/drawingml/2006/main">
              <a:ext uri="{FF2B5EF4-FFF2-40B4-BE49-F238E27FC236}">
                <a16:creationId xmlns:a16="http://schemas.microsoft.com/office/drawing/2014/main" id="{18325B88-97BA-4CED-B64B-65BB5C9F1213}"/>
              </a:ext>
            </a:extLst>
          </p:cNvPr>
          <p:cNvSpPr>
            <a:spLocks xmlns:a="http://schemas.openxmlformats.org/drawingml/2006/main" noGrp="1"/>
          </p:cNvSpPr>
          <p:nvPr/>
        </p:nvSpPr>
        <p:spPr>
          <a:xfrm xmlns:a="http://schemas.openxmlformats.org/drawingml/2006/main">
            <a:off x="2124075" y="276225"/>
            <a:ext cx="9525" cy="14287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1" name="brand-context">
            <a:extLst xmlns:a="http://schemas.openxmlformats.org/drawingml/2006/main">
              <a:ext uri="{FF2B5EF4-FFF2-40B4-BE49-F238E27FC236}">
                <a16:creationId xmlns:a16="http://schemas.microsoft.com/office/drawing/2014/main" id="{4F1BEDC0-4668-470D-B2C2-8E12305D33D1}"/>
              </a:ext>
            </a:extLst>
          </p:cNvPr>
          <p:cNvSpPr>
            <a:spLocks xmlns:a="http://schemas.openxmlformats.org/drawingml/2006/main" noGrp="1"/>
          </p:cNvSpPr>
          <p:nvPr/>
        </p:nvSpPr>
        <p:spPr>
          <a:xfrm xmlns:a="http://schemas.openxmlformats.org/drawingml/2006/main">
            <a:off x="2286000" y="2381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A5B6CD"/>
                </a:solidFill>
              </a:defRPr>
            </a:defPPr>
            <a:lvl1pPr algn="l">
              <a:defRPr sz="1200" b="0">
                <a:solidFill>
                  <a:srgbClr val="A5B6CD"/>
                </a:solidFill>
              </a:defRPr>
            </a:lvl1pPr>
            <a:lvl2pPr algn="l">
              <a:defRPr sz="1200" b="0">
                <a:solidFill>
                  <a:srgbClr val="A5B6CD"/>
                </a:solidFill>
              </a:defRPr>
            </a:lvl2pPr>
            <a:lvl3pPr algn="l">
              <a:defRPr sz="1200" b="0">
                <a:solidFill>
                  <a:srgbClr val="A5B6CD"/>
                </a:solidFill>
              </a:defRPr>
            </a:lvl3pPr>
            <a:lvl4pPr algn="l">
              <a:defRPr sz="1200" b="0">
                <a:solidFill>
                  <a:srgbClr val="A5B6CD"/>
                </a:solidFill>
              </a:defRPr>
            </a:lvl4pPr>
            <a:lvl5pPr algn="l">
              <a:defRPr sz="1200" b="0">
                <a:solidFill>
                  <a:srgbClr val="A5B6CD"/>
                </a:solidFill>
              </a:defRPr>
            </a:lvl5pPr>
            <a:lvl6pPr algn="l">
              <a:defRPr sz="1200" b="0">
                <a:solidFill>
                  <a:srgbClr val="A5B6CD"/>
                </a:solidFill>
              </a:defRPr>
            </a:lvl6pPr>
            <a:lvl7pPr algn="l">
              <a:defRPr sz="1200" b="0">
                <a:solidFill>
                  <a:srgbClr val="A5B6CD"/>
                </a:solidFill>
              </a:defRPr>
            </a:lvl7pPr>
            <a:lvl8pPr algn="l">
              <a:defRPr sz="1200" b="0">
                <a:solidFill>
                  <a:srgbClr val="A5B6CD"/>
                </a:solidFill>
              </a:defRPr>
            </a:lvl8pPr>
            <a:lvl9pPr algn="l">
              <a:defRPr sz="1200" b="0">
                <a:solidFill>
                  <a:srgbClr val="A5B6CD"/>
                </a:solidFill>
              </a:defRPr>
            </a:lvl9pPr>
          </a:lstStyle>
          <a:p xmlns:a="http://schemas.openxmlformats.org/drawingml/2006/main">
            <a:pPr algn="l">
              <a:defRPr sz="1200" b="0">
                <a:solidFill>
                  <a:srgbClr val="A5B6CD"/>
                </a:solidFill>
              </a:defRPr>
            </a:pPr>
            <a:r>
              <a:rPr sz="1200" b="0">
                <a:solidFill>
                  <a:srgbClr val="A5B6CD"/>
                </a:solidFill>
              </a:rPr>
              <a:t>AUDITORÍA DE REDES</a:t>
            </a:r>
          </a:p>
        </p:txBody>
      </p:sp>
      <p:sp>
        <p:nvSpPr>
          <p:cNvPr id="12" name="line-69">
            <a:extLst xmlns:a="http://schemas.openxmlformats.org/drawingml/2006/main">
              <a:ext uri="{FF2B5EF4-FFF2-40B4-BE49-F238E27FC236}">
                <a16:creationId xmlns:a16="http://schemas.microsoft.com/office/drawing/2014/main" id="{0C9F2E4D-564D-4D68-A82C-6573C9580452}"/>
              </a:ext>
            </a:extLst>
          </p:cNvPr>
          <p:cNvSpPr>
            <a:spLocks xmlns:a="http://schemas.openxmlformats.org/drawingml/2006/main" noGrp="1"/>
          </p:cNvSpPr>
          <p:nvPr/>
        </p:nvSpPr>
        <p:spPr>
          <a:xfrm xmlns:a="http://schemas.openxmlformats.org/drawingml/2006/main">
            <a:off x="609600" y="58102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13" name="next-0">
            <a:extLst xmlns:a="http://schemas.openxmlformats.org/drawingml/2006/main">
              <a:ext uri="{FF2B5EF4-FFF2-40B4-BE49-F238E27FC236}">
                <a16:creationId xmlns:a16="http://schemas.microsoft.com/office/drawing/2014/main" id="{56214B6B-4E59-4D51-8825-FC412408EBDB}"/>
              </a:ext>
            </a:extLst>
          </p:cNvPr>
          <p:cNvSpPr>
            <a:spLocks xmlns:a="http://schemas.openxmlformats.org/drawingml/2006/main" noGrp="1"/>
          </p:cNvSpPr>
          <p:nvPr/>
        </p:nvSpPr>
        <p:spPr>
          <a:xfrm xmlns:a="http://schemas.openxmlformats.org/drawingml/2006/main">
            <a:off x="609600" y="1514475"/>
            <a:ext cx="3352800" cy="1143000"/>
          </a:xfrm>
          <a:prstGeom xmlns:a="http://schemas.openxmlformats.org/drawingml/2006/main" prst="roundRect">
            <a:avLst>
              <a:gd name="adj" fmla="val 6667"/>
            </a:avLst>
          </a:prstGeom>
          <a:solidFill xmlns:a="http://schemas.openxmlformats.org/drawingml/2006/main">
            <a:srgbClr val="132137"/>
          </a:solidFill>
          <a:ln xmlns:a="http://schemas.openxmlformats.org/drawingml/2006/main" w="9525">
            <a:solidFill>
              <a:srgbClr val="263B55"/>
            </a:solidFill>
          </a:ln>
        </p:spPr>
      </p:sp>
      <p:sp>
        <p:nvSpPr>
          <p:cNvPr id="14" name="next-num-0">
            <a:extLst xmlns:a="http://schemas.openxmlformats.org/drawingml/2006/main">
              <a:ext uri="{FF2B5EF4-FFF2-40B4-BE49-F238E27FC236}">
                <a16:creationId xmlns:a16="http://schemas.microsoft.com/office/drawing/2014/main" id="{F54255BC-508D-409E-9C81-A664E5D4D936}"/>
              </a:ext>
            </a:extLst>
          </p:cNvPr>
          <p:cNvSpPr>
            <a:spLocks xmlns:a="http://schemas.openxmlformats.org/drawingml/2006/main" noGrp="1"/>
          </p:cNvSpPr>
          <p:nvPr/>
        </p:nvSpPr>
        <p:spPr>
          <a:xfrm xmlns:a="http://schemas.openxmlformats.org/drawingml/2006/main">
            <a:off x="800100" y="1666875"/>
            <a:ext cx="2971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01</a:t>
            </a:r>
          </a:p>
        </p:txBody>
      </p:sp>
      <p:sp>
        <p:nvSpPr>
          <p:cNvPr id="15" name="next-title-0">
            <a:extLst xmlns:a="http://schemas.openxmlformats.org/drawingml/2006/main">
              <a:ext uri="{FF2B5EF4-FFF2-40B4-BE49-F238E27FC236}">
                <a16:creationId xmlns:a16="http://schemas.microsoft.com/office/drawing/2014/main" id="{837E9B94-69D8-4078-BB96-41D514D14974}"/>
              </a:ext>
            </a:extLst>
          </p:cNvPr>
          <p:cNvSpPr>
            <a:spLocks xmlns:a="http://schemas.openxmlformats.org/drawingml/2006/main" noGrp="1"/>
          </p:cNvSpPr>
          <p:nvPr/>
        </p:nvSpPr>
        <p:spPr>
          <a:xfrm xmlns:a="http://schemas.openxmlformats.org/drawingml/2006/main">
            <a:off x="800100" y="2000250"/>
            <a:ext cx="2971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E8EEF7"/>
                </a:solidFill>
              </a:defRPr>
            </a:defPPr>
            <a:lvl1pPr algn="l">
              <a:defRPr sz="1725" b="1">
                <a:solidFill>
                  <a:srgbClr val="E8EEF7"/>
                </a:solidFill>
              </a:defRPr>
            </a:lvl1pPr>
            <a:lvl2pPr algn="l">
              <a:defRPr sz="1725" b="1">
                <a:solidFill>
                  <a:srgbClr val="E8EEF7"/>
                </a:solidFill>
              </a:defRPr>
            </a:lvl2pPr>
            <a:lvl3pPr algn="l">
              <a:defRPr sz="1725" b="1">
                <a:solidFill>
                  <a:srgbClr val="E8EEF7"/>
                </a:solidFill>
              </a:defRPr>
            </a:lvl3pPr>
            <a:lvl4pPr algn="l">
              <a:defRPr sz="1725" b="1">
                <a:solidFill>
                  <a:srgbClr val="E8EEF7"/>
                </a:solidFill>
              </a:defRPr>
            </a:lvl4pPr>
            <a:lvl5pPr algn="l">
              <a:defRPr sz="1725" b="1">
                <a:solidFill>
                  <a:srgbClr val="E8EEF7"/>
                </a:solidFill>
              </a:defRPr>
            </a:lvl5pPr>
            <a:lvl6pPr algn="l">
              <a:defRPr sz="1725" b="1">
                <a:solidFill>
                  <a:srgbClr val="E8EEF7"/>
                </a:solidFill>
              </a:defRPr>
            </a:lvl6pPr>
            <a:lvl7pPr algn="l">
              <a:defRPr sz="1725" b="1">
                <a:solidFill>
                  <a:srgbClr val="E8EEF7"/>
                </a:solidFill>
              </a:defRPr>
            </a:lvl7pPr>
            <a:lvl8pPr algn="l">
              <a:defRPr sz="1725" b="1">
                <a:solidFill>
                  <a:srgbClr val="E8EEF7"/>
                </a:solidFill>
              </a:defRPr>
            </a:lvl8pPr>
            <a:lvl9pPr algn="l">
              <a:defRPr sz="1725" b="1">
                <a:solidFill>
                  <a:srgbClr val="E8EEF7"/>
                </a:solidFill>
              </a:defRPr>
            </a:lvl9pPr>
          </a:lstStyle>
          <a:p xmlns:a="http://schemas.openxmlformats.org/drawingml/2006/main">
            <a:pPr algn="l">
              <a:defRPr sz="1725" b="1">
                <a:solidFill>
                  <a:srgbClr val="E8EEF7"/>
                </a:solidFill>
              </a:defRPr>
            </a:pPr>
            <a:r>
              <a:rPr sz="1725" b="1">
                <a:solidFill>
                  <a:srgbClr val="E8EEF7"/>
                </a:solidFill>
              </a:rPr>
              <a:t>Consolidar informe y seguimiento real</a:t>
            </a:r>
          </a:p>
        </p:txBody>
      </p:sp>
      <p:sp>
        <p:nvSpPr>
          <p:cNvPr id="16" name="next-1">
            <a:extLst xmlns:a="http://schemas.openxmlformats.org/drawingml/2006/main">
              <a:ext uri="{FF2B5EF4-FFF2-40B4-BE49-F238E27FC236}">
                <a16:creationId xmlns:a16="http://schemas.microsoft.com/office/drawing/2014/main" id="{B19F853C-D966-448C-B257-A29F7080BB08}"/>
              </a:ext>
            </a:extLst>
          </p:cNvPr>
          <p:cNvSpPr>
            <a:spLocks xmlns:a="http://schemas.openxmlformats.org/drawingml/2006/main" noGrp="1"/>
          </p:cNvSpPr>
          <p:nvPr/>
        </p:nvSpPr>
        <p:spPr>
          <a:xfrm xmlns:a="http://schemas.openxmlformats.org/drawingml/2006/main">
            <a:off x="4419600" y="1514475"/>
            <a:ext cx="3352800" cy="1143000"/>
          </a:xfrm>
          <a:prstGeom xmlns:a="http://schemas.openxmlformats.org/drawingml/2006/main" prst="roundRect">
            <a:avLst>
              <a:gd name="adj" fmla="val 6667"/>
            </a:avLst>
          </a:prstGeom>
          <a:solidFill xmlns:a="http://schemas.openxmlformats.org/drawingml/2006/main">
            <a:srgbClr val="132137"/>
          </a:solidFill>
          <a:ln xmlns:a="http://schemas.openxmlformats.org/drawingml/2006/main" w="9525">
            <a:solidFill>
              <a:srgbClr val="263B55"/>
            </a:solidFill>
          </a:ln>
        </p:spPr>
      </p:sp>
      <p:sp>
        <p:nvSpPr>
          <p:cNvPr id="17" name="next-num-1">
            <a:extLst xmlns:a="http://schemas.openxmlformats.org/drawingml/2006/main">
              <a:ext uri="{FF2B5EF4-FFF2-40B4-BE49-F238E27FC236}">
                <a16:creationId xmlns:a16="http://schemas.microsoft.com/office/drawing/2014/main" id="{878FDC4D-EBEC-405A-A713-0E8F30D05A14}"/>
              </a:ext>
            </a:extLst>
          </p:cNvPr>
          <p:cNvSpPr>
            <a:spLocks xmlns:a="http://schemas.openxmlformats.org/drawingml/2006/main" noGrp="1"/>
          </p:cNvSpPr>
          <p:nvPr/>
        </p:nvSpPr>
        <p:spPr>
          <a:xfrm xmlns:a="http://schemas.openxmlformats.org/drawingml/2006/main">
            <a:off x="4610100" y="1666875"/>
            <a:ext cx="2971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02</a:t>
            </a:r>
          </a:p>
        </p:txBody>
      </p:sp>
      <p:sp>
        <p:nvSpPr>
          <p:cNvPr id="18" name="next-title-1">
            <a:extLst xmlns:a="http://schemas.openxmlformats.org/drawingml/2006/main">
              <a:ext uri="{FF2B5EF4-FFF2-40B4-BE49-F238E27FC236}">
                <a16:creationId xmlns:a16="http://schemas.microsoft.com/office/drawing/2014/main" id="{AD78BC03-BB88-4877-9A1F-4E2CA0D720F4}"/>
              </a:ext>
            </a:extLst>
          </p:cNvPr>
          <p:cNvSpPr>
            <a:spLocks xmlns:a="http://schemas.openxmlformats.org/drawingml/2006/main" noGrp="1"/>
          </p:cNvSpPr>
          <p:nvPr/>
        </p:nvSpPr>
        <p:spPr>
          <a:xfrm xmlns:a="http://schemas.openxmlformats.org/drawingml/2006/main">
            <a:off x="4610100" y="2000250"/>
            <a:ext cx="2971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E8EEF7"/>
                </a:solidFill>
              </a:defRPr>
            </a:defPPr>
            <a:lvl1pPr algn="l">
              <a:defRPr sz="1725" b="1">
                <a:solidFill>
                  <a:srgbClr val="E8EEF7"/>
                </a:solidFill>
              </a:defRPr>
            </a:lvl1pPr>
            <a:lvl2pPr algn="l">
              <a:defRPr sz="1725" b="1">
                <a:solidFill>
                  <a:srgbClr val="E8EEF7"/>
                </a:solidFill>
              </a:defRPr>
            </a:lvl2pPr>
            <a:lvl3pPr algn="l">
              <a:defRPr sz="1725" b="1">
                <a:solidFill>
                  <a:srgbClr val="E8EEF7"/>
                </a:solidFill>
              </a:defRPr>
            </a:lvl3pPr>
            <a:lvl4pPr algn="l">
              <a:defRPr sz="1725" b="1">
                <a:solidFill>
                  <a:srgbClr val="E8EEF7"/>
                </a:solidFill>
              </a:defRPr>
            </a:lvl4pPr>
            <a:lvl5pPr algn="l">
              <a:defRPr sz="1725" b="1">
                <a:solidFill>
                  <a:srgbClr val="E8EEF7"/>
                </a:solidFill>
              </a:defRPr>
            </a:lvl5pPr>
            <a:lvl6pPr algn="l">
              <a:defRPr sz="1725" b="1">
                <a:solidFill>
                  <a:srgbClr val="E8EEF7"/>
                </a:solidFill>
              </a:defRPr>
            </a:lvl6pPr>
            <a:lvl7pPr algn="l">
              <a:defRPr sz="1725" b="1">
                <a:solidFill>
                  <a:srgbClr val="E8EEF7"/>
                </a:solidFill>
              </a:defRPr>
            </a:lvl7pPr>
            <a:lvl8pPr algn="l">
              <a:defRPr sz="1725" b="1">
                <a:solidFill>
                  <a:srgbClr val="E8EEF7"/>
                </a:solidFill>
              </a:defRPr>
            </a:lvl8pPr>
            <a:lvl9pPr algn="l">
              <a:defRPr sz="1725" b="1">
                <a:solidFill>
                  <a:srgbClr val="E8EEF7"/>
                </a:solidFill>
              </a:defRPr>
            </a:lvl9pPr>
          </a:lstStyle>
          <a:p xmlns:a="http://schemas.openxmlformats.org/drawingml/2006/main">
            <a:pPr algn="l">
              <a:defRPr sz="1725" b="1">
                <a:solidFill>
                  <a:srgbClr val="E8EEF7"/>
                </a:solidFill>
              </a:defRPr>
            </a:pPr>
            <a:r>
              <a:rPr sz="1725" b="1">
                <a:solidFill>
                  <a:srgbClr val="E8EEF7"/>
                </a:solidFill>
              </a:rPr>
              <a:t>Preparar ensayo completo de la demo</a:t>
            </a:r>
          </a:p>
        </p:txBody>
      </p:sp>
      <p:sp>
        <p:nvSpPr>
          <p:cNvPr id="19" name="next-2">
            <a:extLst xmlns:a="http://schemas.openxmlformats.org/drawingml/2006/main">
              <a:ext uri="{FF2B5EF4-FFF2-40B4-BE49-F238E27FC236}">
                <a16:creationId xmlns:a16="http://schemas.microsoft.com/office/drawing/2014/main" id="{13E63685-093B-41A4-A587-88494CDA5982}"/>
              </a:ext>
            </a:extLst>
          </p:cNvPr>
          <p:cNvSpPr>
            <a:spLocks xmlns:a="http://schemas.openxmlformats.org/drawingml/2006/main" noGrp="1"/>
          </p:cNvSpPr>
          <p:nvPr/>
        </p:nvSpPr>
        <p:spPr>
          <a:xfrm xmlns:a="http://schemas.openxmlformats.org/drawingml/2006/main">
            <a:off x="8229600" y="1514475"/>
            <a:ext cx="3352800" cy="1143000"/>
          </a:xfrm>
          <a:prstGeom xmlns:a="http://schemas.openxmlformats.org/drawingml/2006/main" prst="roundRect">
            <a:avLst>
              <a:gd name="adj" fmla="val 6667"/>
            </a:avLst>
          </a:prstGeom>
          <a:solidFill xmlns:a="http://schemas.openxmlformats.org/drawingml/2006/main">
            <a:srgbClr val="132137"/>
          </a:solidFill>
          <a:ln xmlns:a="http://schemas.openxmlformats.org/drawingml/2006/main" w="9525">
            <a:solidFill>
              <a:srgbClr val="263B55"/>
            </a:solidFill>
          </a:ln>
        </p:spPr>
      </p:sp>
      <p:sp>
        <p:nvSpPr>
          <p:cNvPr id="20" name="next-num-2">
            <a:extLst xmlns:a="http://schemas.openxmlformats.org/drawingml/2006/main">
              <a:ext uri="{FF2B5EF4-FFF2-40B4-BE49-F238E27FC236}">
                <a16:creationId xmlns:a16="http://schemas.microsoft.com/office/drawing/2014/main" id="{D6E9F1C5-E2CB-44E4-BC9E-AF35C7191DD4}"/>
              </a:ext>
            </a:extLst>
          </p:cNvPr>
          <p:cNvSpPr>
            <a:spLocks xmlns:a="http://schemas.openxmlformats.org/drawingml/2006/main" noGrp="1"/>
          </p:cNvSpPr>
          <p:nvPr/>
        </p:nvSpPr>
        <p:spPr>
          <a:xfrm xmlns:a="http://schemas.openxmlformats.org/drawingml/2006/main">
            <a:off x="8420100" y="1666875"/>
            <a:ext cx="2971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1">
                <a:solidFill>
                  <a:srgbClr val="58C6E4"/>
                </a:solidFill>
              </a:defRPr>
            </a:defPPr>
            <a:lvl1pPr algn="l">
              <a:defRPr sz="1200" b="1">
                <a:solidFill>
                  <a:srgbClr val="58C6E4"/>
                </a:solidFill>
              </a:defRPr>
            </a:lvl1pPr>
            <a:lvl2pPr algn="l">
              <a:defRPr sz="1200" b="1">
                <a:solidFill>
                  <a:srgbClr val="58C6E4"/>
                </a:solidFill>
              </a:defRPr>
            </a:lvl2pPr>
            <a:lvl3pPr algn="l">
              <a:defRPr sz="1200" b="1">
                <a:solidFill>
                  <a:srgbClr val="58C6E4"/>
                </a:solidFill>
              </a:defRPr>
            </a:lvl3pPr>
            <a:lvl4pPr algn="l">
              <a:defRPr sz="1200" b="1">
                <a:solidFill>
                  <a:srgbClr val="58C6E4"/>
                </a:solidFill>
              </a:defRPr>
            </a:lvl4pPr>
            <a:lvl5pPr algn="l">
              <a:defRPr sz="1200" b="1">
                <a:solidFill>
                  <a:srgbClr val="58C6E4"/>
                </a:solidFill>
              </a:defRPr>
            </a:lvl5pPr>
            <a:lvl6pPr algn="l">
              <a:defRPr sz="1200" b="1">
                <a:solidFill>
                  <a:srgbClr val="58C6E4"/>
                </a:solidFill>
              </a:defRPr>
            </a:lvl6pPr>
            <a:lvl7pPr algn="l">
              <a:defRPr sz="1200" b="1">
                <a:solidFill>
                  <a:srgbClr val="58C6E4"/>
                </a:solidFill>
              </a:defRPr>
            </a:lvl7pPr>
            <a:lvl8pPr algn="l">
              <a:defRPr sz="1200" b="1">
                <a:solidFill>
                  <a:srgbClr val="58C6E4"/>
                </a:solidFill>
              </a:defRPr>
            </a:lvl8pPr>
            <a:lvl9pPr algn="l">
              <a:defRPr sz="1200" b="1">
                <a:solidFill>
                  <a:srgbClr val="58C6E4"/>
                </a:solidFill>
              </a:defRPr>
            </a:lvl9pPr>
          </a:lstStyle>
          <a:p xmlns:a="http://schemas.openxmlformats.org/drawingml/2006/main">
            <a:pPr algn="l">
              <a:defRPr sz="1200" b="1">
                <a:solidFill>
                  <a:srgbClr val="58C6E4"/>
                </a:solidFill>
              </a:defRPr>
            </a:pPr>
            <a:r>
              <a:rPr sz="1200" b="1">
                <a:solidFill>
                  <a:srgbClr val="58C6E4"/>
                </a:solidFill>
              </a:rPr>
              <a:t>03</a:t>
            </a:r>
          </a:p>
        </p:txBody>
      </p:sp>
      <p:sp>
        <p:nvSpPr>
          <p:cNvPr id="21" name="next-title-2">
            <a:extLst xmlns:a="http://schemas.openxmlformats.org/drawingml/2006/main">
              <a:ext uri="{FF2B5EF4-FFF2-40B4-BE49-F238E27FC236}">
                <a16:creationId xmlns:a16="http://schemas.microsoft.com/office/drawing/2014/main" id="{0AE47289-3EED-47C6-982D-1532DC14DB54}"/>
              </a:ext>
            </a:extLst>
          </p:cNvPr>
          <p:cNvSpPr>
            <a:spLocks xmlns:a="http://schemas.openxmlformats.org/drawingml/2006/main" noGrp="1"/>
          </p:cNvSpPr>
          <p:nvPr/>
        </p:nvSpPr>
        <p:spPr>
          <a:xfrm xmlns:a="http://schemas.openxmlformats.org/drawingml/2006/main">
            <a:off x="8420100" y="2000250"/>
            <a:ext cx="2971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E8EEF7"/>
                </a:solidFill>
              </a:defRPr>
            </a:defPPr>
            <a:lvl1pPr algn="l">
              <a:defRPr sz="1725" b="1">
                <a:solidFill>
                  <a:srgbClr val="E8EEF7"/>
                </a:solidFill>
              </a:defRPr>
            </a:lvl1pPr>
            <a:lvl2pPr algn="l">
              <a:defRPr sz="1725" b="1">
                <a:solidFill>
                  <a:srgbClr val="E8EEF7"/>
                </a:solidFill>
              </a:defRPr>
            </a:lvl2pPr>
            <a:lvl3pPr algn="l">
              <a:defRPr sz="1725" b="1">
                <a:solidFill>
                  <a:srgbClr val="E8EEF7"/>
                </a:solidFill>
              </a:defRPr>
            </a:lvl3pPr>
            <a:lvl4pPr algn="l">
              <a:defRPr sz="1725" b="1">
                <a:solidFill>
                  <a:srgbClr val="E8EEF7"/>
                </a:solidFill>
              </a:defRPr>
            </a:lvl4pPr>
            <a:lvl5pPr algn="l">
              <a:defRPr sz="1725" b="1">
                <a:solidFill>
                  <a:srgbClr val="E8EEF7"/>
                </a:solidFill>
              </a:defRPr>
            </a:lvl5pPr>
            <a:lvl6pPr algn="l">
              <a:defRPr sz="1725" b="1">
                <a:solidFill>
                  <a:srgbClr val="E8EEF7"/>
                </a:solidFill>
              </a:defRPr>
            </a:lvl6pPr>
            <a:lvl7pPr algn="l">
              <a:defRPr sz="1725" b="1">
                <a:solidFill>
                  <a:srgbClr val="E8EEF7"/>
                </a:solidFill>
              </a:defRPr>
            </a:lvl7pPr>
            <a:lvl8pPr algn="l">
              <a:defRPr sz="1725" b="1">
                <a:solidFill>
                  <a:srgbClr val="E8EEF7"/>
                </a:solidFill>
              </a:defRPr>
            </a:lvl8pPr>
            <a:lvl9pPr algn="l">
              <a:defRPr sz="1725" b="1">
                <a:solidFill>
                  <a:srgbClr val="E8EEF7"/>
                </a:solidFill>
              </a:defRPr>
            </a:lvl9pPr>
          </a:lstStyle>
          <a:p xmlns:a="http://schemas.openxmlformats.org/drawingml/2006/main">
            <a:pPr algn="l">
              <a:defRPr sz="1725" b="1">
                <a:solidFill>
                  <a:srgbClr val="E8EEF7"/>
                </a:solidFill>
              </a:defRPr>
            </a:pPr>
            <a:r>
              <a:rPr sz="1725" b="1">
                <a:solidFill>
                  <a:srgbClr val="E8EEF7"/>
                </a:solidFill>
              </a:rPr>
              <a:t>Cerrar validación y alcance final</a:t>
            </a:r>
          </a:p>
        </p:txBody>
      </p:sp>
      <p:sp>
        <p:nvSpPr>
          <p:cNvPr id="22" name="riesgos-title">
            <a:extLst xmlns:a="http://schemas.openxmlformats.org/drawingml/2006/main">
              <a:ext uri="{FF2B5EF4-FFF2-40B4-BE49-F238E27FC236}">
                <a16:creationId xmlns:a16="http://schemas.microsoft.com/office/drawing/2014/main" id="{8CB24074-3F8C-42FB-9E38-C1A38476D25C}"/>
              </a:ext>
            </a:extLst>
          </p:cNvPr>
          <p:cNvSpPr>
            <a:spLocks xmlns:a="http://schemas.openxmlformats.org/drawingml/2006/main" noGrp="1"/>
          </p:cNvSpPr>
          <p:nvPr/>
        </p:nvSpPr>
        <p:spPr>
          <a:xfrm xmlns:a="http://schemas.openxmlformats.org/drawingml/2006/main">
            <a:off x="609600" y="3009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58C6E4"/>
                </a:solidFill>
              </a:defRPr>
            </a:defPPr>
            <a:lvl1pPr algn="l">
              <a:defRPr sz="1725" b="1">
                <a:solidFill>
                  <a:srgbClr val="58C6E4"/>
                </a:solidFill>
              </a:defRPr>
            </a:lvl1pPr>
            <a:lvl2pPr algn="l">
              <a:defRPr sz="1725" b="1">
                <a:solidFill>
                  <a:srgbClr val="58C6E4"/>
                </a:solidFill>
              </a:defRPr>
            </a:lvl2pPr>
            <a:lvl3pPr algn="l">
              <a:defRPr sz="1725" b="1">
                <a:solidFill>
                  <a:srgbClr val="58C6E4"/>
                </a:solidFill>
              </a:defRPr>
            </a:lvl3pPr>
            <a:lvl4pPr algn="l">
              <a:defRPr sz="1725" b="1">
                <a:solidFill>
                  <a:srgbClr val="58C6E4"/>
                </a:solidFill>
              </a:defRPr>
            </a:lvl4pPr>
            <a:lvl5pPr algn="l">
              <a:defRPr sz="1725" b="1">
                <a:solidFill>
                  <a:srgbClr val="58C6E4"/>
                </a:solidFill>
              </a:defRPr>
            </a:lvl5pPr>
            <a:lvl6pPr algn="l">
              <a:defRPr sz="1725" b="1">
                <a:solidFill>
                  <a:srgbClr val="58C6E4"/>
                </a:solidFill>
              </a:defRPr>
            </a:lvl6pPr>
            <a:lvl7pPr algn="l">
              <a:defRPr sz="1725" b="1">
                <a:solidFill>
                  <a:srgbClr val="58C6E4"/>
                </a:solidFill>
              </a:defRPr>
            </a:lvl7pPr>
            <a:lvl8pPr algn="l">
              <a:defRPr sz="1725" b="1">
                <a:solidFill>
                  <a:srgbClr val="58C6E4"/>
                </a:solidFill>
              </a:defRPr>
            </a:lvl8pPr>
            <a:lvl9pPr algn="l">
              <a:defRPr sz="1725" b="1">
                <a:solidFill>
                  <a:srgbClr val="58C6E4"/>
                </a:solidFill>
              </a:defRPr>
            </a:lvl9pPr>
          </a:lstStyle>
          <a:p xmlns:a="http://schemas.openxmlformats.org/drawingml/2006/main">
            <a:pPr algn="l">
              <a:defRPr sz="1725" b="1">
                <a:solidFill>
                  <a:srgbClr val="58C6E4"/>
                </a:solidFill>
              </a:defRPr>
            </a:pPr>
            <a:r>
              <a:rPr sz="1725" b="1">
                <a:solidFill>
                  <a:srgbClr val="58C6E4"/>
                </a:solidFill>
              </a:rPr>
              <a:t>Riesgos / mitigación</a:t>
            </a:r>
          </a:p>
        </p:txBody>
      </p:sp>
      <p:sp>
        <p:nvSpPr>
          <p:cNvPr id="23" name="risk-0">
            <a:extLst xmlns:a="http://schemas.openxmlformats.org/drawingml/2006/main">
              <a:ext uri="{FF2B5EF4-FFF2-40B4-BE49-F238E27FC236}">
                <a16:creationId xmlns:a16="http://schemas.microsoft.com/office/drawing/2014/main" id="{4EF1FBB4-DFBB-44A3-8373-C1669DDF033E}"/>
              </a:ext>
            </a:extLst>
          </p:cNvPr>
          <p:cNvSpPr>
            <a:spLocks xmlns:a="http://schemas.openxmlformats.org/drawingml/2006/main" noGrp="1"/>
          </p:cNvSpPr>
          <p:nvPr/>
        </p:nvSpPr>
        <p:spPr>
          <a:xfrm xmlns:a="http://schemas.openxmlformats.org/drawingml/2006/main">
            <a:off x="609600" y="3457575"/>
            <a:ext cx="335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E8EEF7"/>
                </a:solidFill>
              </a:defRPr>
            </a:defPPr>
            <a:lvl1pPr algn="l">
              <a:defRPr sz="1500" b="1">
                <a:solidFill>
                  <a:srgbClr val="E8EEF7"/>
                </a:solidFill>
              </a:defRPr>
            </a:lvl1pPr>
            <a:lvl2pPr algn="l">
              <a:defRPr sz="1500" b="1">
                <a:solidFill>
                  <a:srgbClr val="E8EEF7"/>
                </a:solidFill>
              </a:defRPr>
            </a:lvl2pPr>
            <a:lvl3pPr algn="l">
              <a:defRPr sz="1500" b="1">
                <a:solidFill>
                  <a:srgbClr val="E8EEF7"/>
                </a:solidFill>
              </a:defRPr>
            </a:lvl3pPr>
            <a:lvl4pPr algn="l">
              <a:defRPr sz="1500" b="1">
                <a:solidFill>
                  <a:srgbClr val="E8EEF7"/>
                </a:solidFill>
              </a:defRPr>
            </a:lvl4pPr>
            <a:lvl5pPr algn="l">
              <a:defRPr sz="1500" b="1">
                <a:solidFill>
                  <a:srgbClr val="E8EEF7"/>
                </a:solidFill>
              </a:defRPr>
            </a:lvl5pPr>
            <a:lvl6pPr algn="l">
              <a:defRPr sz="1500" b="1">
                <a:solidFill>
                  <a:srgbClr val="E8EEF7"/>
                </a:solidFill>
              </a:defRPr>
            </a:lvl6pPr>
            <a:lvl7pPr algn="l">
              <a:defRPr sz="1500" b="1">
                <a:solidFill>
                  <a:srgbClr val="E8EEF7"/>
                </a:solidFill>
              </a:defRPr>
            </a:lvl7pPr>
            <a:lvl8pPr algn="l">
              <a:defRPr sz="1500" b="1">
                <a:solidFill>
                  <a:srgbClr val="E8EEF7"/>
                </a:solidFill>
              </a:defRPr>
            </a:lvl8pPr>
            <a:lvl9pPr algn="l">
              <a:defRPr sz="1500" b="1">
                <a:solidFill>
                  <a:srgbClr val="E8EEF7"/>
                </a:solidFill>
              </a:defRPr>
            </a:lvl9pPr>
          </a:lstStyle>
          <a:p xmlns:a="http://schemas.openxmlformats.org/drawingml/2006/main">
            <a:pPr algn="l">
              <a:defRPr sz="1500" b="1">
                <a:solidFill>
                  <a:srgbClr val="E8EEF7"/>
                </a:solidFill>
              </a:defRPr>
            </a:pPr>
            <a:r>
              <a:rPr sz="1500" b="1">
                <a:solidFill>
                  <a:srgbClr val="E8EEF7"/>
                </a:solidFill>
              </a:rPr>
              <a:t>Documentación desactualizada</a:t>
            </a:r>
          </a:p>
        </p:txBody>
      </p:sp>
      <p:sp>
        <p:nvSpPr>
          <p:cNvPr id="24" name="mitigation-0">
            <a:extLst xmlns:a="http://schemas.openxmlformats.org/drawingml/2006/main">
              <a:ext uri="{FF2B5EF4-FFF2-40B4-BE49-F238E27FC236}">
                <a16:creationId xmlns:a16="http://schemas.microsoft.com/office/drawing/2014/main" id="{52CBF4DE-7CFD-41CA-A889-F0C494D0D164}"/>
              </a:ext>
            </a:extLst>
          </p:cNvPr>
          <p:cNvSpPr>
            <a:spLocks xmlns:a="http://schemas.openxmlformats.org/drawingml/2006/main" noGrp="1"/>
          </p:cNvSpPr>
          <p:nvPr/>
        </p:nvSpPr>
        <p:spPr>
          <a:xfrm xmlns:a="http://schemas.openxmlformats.org/drawingml/2006/main">
            <a:off x="609600" y="398145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A5B6CD"/>
                </a:solidFill>
              </a:defRPr>
            </a:defPPr>
            <a:lvl1pPr algn="l">
              <a:defRPr sz="1350" b="0">
                <a:solidFill>
                  <a:srgbClr val="A5B6CD"/>
                </a:solidFill>
              </a:defRPr>
            </a:lvl1pPr>
            <a:lvl2pPr algn="l">
              <a:defRPr sz="1350" b="0">
                <a:solidFill>
                  <a:srgbClr val="A5B6CD"/>
                </a:solidFill>
              </a:defRPr>
            </a:lvl2pPr>
            <a:lvl3pPr algn="l">
              <a:defRPr sz="1350" b="0">
                <a:solidFill>
                  <a:srgbClr val="A5B6CD"/>
                </a:solidFill>
              </a:defRPr>
            </a:lvl3pPr>
            <a:lvl4pPr algn="l">
              <a:defRPr sz="1350" b="0">
                <a:solidFill>
                  <a:srgbClr val="A5B6CD"/>
                </a:solidFill>
              </a:defRPr>
            </a:lvl4pPr>
            <a:lvl5pPr algn="l">
              <a:defRPr sz="1350" b="0">
                <a:solidFill>
                  <a:srgbClr val="A5B6CD"/>
                </a:solidFill>
              </a:defRPr>
            </a:lvl5pPr>
            <a:lvl6pPr algn="l">
              <a:defRPr sz="1350" b="0">
                <a:solidFill>
                  <a:srgbClr val="A5B6CD"/>
                </a:solidFill>
              </a:defRPr>
            </a:lvl6pPr>
            <a:lvl7pPr algn="l">
              <a:defRPr sz="1350" b="0">
                <a:solidFill>
                  <a:srgbClr val="A5B6CD"/>
                </a:solidFill>
              </a:defRPr>
            </a:lvl7pPr>
            <a:lvl8pPr algn="l">
              <a:defRPr sz="1350" b="0">
                <a:solidFill>
                  <a:srgbClr val="A5B6CD"/>
                </a:solidFill>
              </a:defRPr>
            </a:lvl8pPr>
            <a:lvl9pPr algn="l">
              <a:defRPr sz="1350" b="0">
                <a:solidFill>
                  <a:srgbClr val="A5B6CD"/>
                </a:solidFill>
              </a:defRPr>
            </a:lvl9pPr>
          </a:lstStyle>
          <a:p xmlns:a="http://schemas.openxmlformats.org/drawingml/2006/main">
            <a:pPr algn="l">
              <a:defRPr sz="1350" b="0">
                <a:solidFill>
                  <a:srgbClr val="A5B6CD"/>
                </a:solidFill>
              </a:defRPr>
            </a:pPr>
            <a:r>
              <a:rPr sz="1350" b="0">
                <a:solidFill>
                  <a:srgbClr val="A5B6CD"/>
                </a:solidFill>
              </a:rPr>
              <a:t>Alinear evidencias al mismo commit</a:t>
            </a:r>
          </a:p>
        </p:txBody>
      </p:sp>
      <p:sp>
        <p:nvSpPr>
          <p:cNvPr id="25" name="risk-1">
            <a:extLst xmlns:a="http://schemas.openxmlformats.org/drawingml/2006/main">
              <a:ext uri="{FF2B5EF4-FFF2-40B4-BE49-F238E27FC236}">
                <a16:creationId xmlns:a16="http://schemas.microsoft.com/office/drawing/2014/main" id="{ED16A33B-089F-4737-89E4-B4E19BE8FCE6}"/>
              </a:ext>
            </a:extLst>
          </p:cNvPr>
          <p:cNvSpPr>
            <a:spLocks xmlns:a="http://schemas.openxmlformats.org/drawingml/2006/main" noGrp="1"/>
          </p:cNvSpPr>
          <p:nvPr/>
        </p:nvSpPr>
        <p:spPr>
          <a:xfrm xmlns:a="http://schemas.openxmlformats.org/drawingml/2006/main">
            <a:off x="4419600" y="3457575"/>
            <a:ext cx="335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E8EEF7"/>
                </a:solidFill>
              </a:defRPr>
            </a:defPPr>
            <a:lvl1pPr algn="l">
              <a:defRPr sz="1500" b="1">
                <a:solidFill>
                  <a:srgbClr val="E8EEF7"/>
                </a:solidFill>
              </a:defRPr>
            </a:lvl1pPr>
            <a:lvl2pPr algn="l">
              <a:defRPr sz="1500" b="1">
                <a:solidFill>
                  <a:srgbClr val="E8EEF7"/>
                </a:solidFill>
              </a:defRPr>
            </a:lvl2pPr>
            <a:lvl3pPr algn="l">
              <a:defRPr sz="1500" b="1">
                <a:solidFill>
                  <a:srgbClr val="E8EEF7"/>
                </a:solidFill>
              </a:defRPr>
            </a:lvl3pPr>
            <a:lvl4pPr algn="l">
              <a:defRPr sz="1500" b="1">
                <a:solidFill>
                  <a:srgbClr val="E8EEF7"/>
                </a:solidFill>
              </a:defRPr>
            </a:lvl4pPr>
            <a:lvl5pPr algn="l">
              <a:defRPr sz="1500" b="1">
                <a:solidFill>
                  <a:srgbClr val="E8EEF7"/>
                </a:solidFill>
              </a:defRPr>
            </a:lvl5pPr>
            <a:lvl6pPr algn="l">
              <a:defRPr sz="1500" b="1">
                <a:solidFill>
                  <a:srgbClr val="E8EEF7"/>
                </a:solidFill>
              </a:defRPr>
            </a:lvl6pPr>
            <a:lvl7pPr algn="l">
              <a:defRPr sz="1500" b="1">
                <a:solidFill>
                  <a:srgbClr val="E8EEF7"/>
                </a:solidFill>
              </a:defRPr>
            </a:lvl7pPr>
            <a:lvl8pPr algn="l">
              <a:defRPr sz="1500" b="1">
                <a:solidFill>
                  <a:srgbClr val="E8EEF7"/>
                </a:solidFill>
              </a:defRPr>
            </a:lvl8pPr>
            <a:lvl9pPr algn="l">
              <a:defRPr sz="1500" b="1">
                <a:solidFill>
                  <a:srgbClr val="E8EEF7"/>
                </a:solidFill>
              </a:defRPr>
            </a:lvl9pPr>
          </a:lstStyle>
          <a:p xmlns:a="http://schemas.openxmlformats.org/drawingml/2006/main">
            <a:pPr algn="l">
              <a:defRPr sz="1500" b="1">
                <a:solidFill>
                  <a:srgbClr val="E8EEF7"/>
                </a:solidFill>
              </a:defRPr>
            </a:pPr>
            <a:r>
              <a:rPr sz="1500" b="1">
                <a:solidFill>
                  <a:srgbClr val="E8EEF7"/>
                </a:solidFill>
              </a:rPr>
              <a:t>Servicio IA o laboratorio no disponible</a:t>
            </a:r>
          </a:p>
        </p:txBody>
      </p:sp>
      <p:sp>
        <p:nvSpPr>
          <p:cNvPr id="26" name="mitigation-1">
            <a:extLst xmlns:a="http://schemas.openxmlformats.org/drawingml/2006/main">
              <a:ext uri="{FF2B5EF4-FFF2-40B4-BE49-F238E27FC236}">
                <a16:creationId xmlns:a16="http://schemas.microsoft.com/office/drawing/2014/main" id="{C65BF413-A043-4D55-9707-90EC909A6DB3}"/>
              </a:ext>
            </a:extLst>
          </p:cNvPr>
          <p:cNvSpPr>
            <a:spLocks xmlns:a="http://schemas.openxmlformats.org/drawingml/2006/main" noGrp="1"/>
          </p:cNvSpPr>
          <p:nvPr/>
        </p:nvSpPr>
        <p:spPr>
          <a:xfrm xmlns:a="http://schemas.openxmlformats.org/drawingml/2006/main">
            <a:off x="4419600" y="398145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A5B6CD"/>
                </a:solidFill>
              </a:defRPr>
            </a:defPPr>
            <a:lvl1pPr algn="l">
              <a:defRPr sz="1350" b="0">
                <a:solidFill>
                  <a:srgbClr val="A5B6CD"/>
                </a:solidFill>
              </a:defRPr>
            </a:lvl1pPr>
            <a:lvl2pPr algn="l">
              <a:defRPr sz="1350" b="0">
                <a:solidFill>
                  <a:srgbClr val="A5B6CD"/>
                </a:solidFill>
              </a:defRPr>
            </a:lvl2pPr>
            <a:lvl3pPr algn="l">
              <a:defRPr sz="1350" b="0">
                <a:solidFill>
                  <a:srgbClr val="A5B6CD"/>
                </a:solidFill>
              </a:defRPr>
            </a:lvl3pPr>
            <a:lvl4pPr algn="l">
              <a:defRPr sz="1350" b="0">
                <a:solidFill>
                  <a:srgbClr val="A5B6CD"/>
                </a:solidFill>
              </a:defRPr>
            </a:lvl4pPr>
            <a:lvl5pPr algn="l">
              <a:defRPr sz="1350" b="0">
                <a:solidFill>
                  <a:srgbClr val="A5B6CD"/>
                </a:solidFill>
              </a:defRPr>
            </a:lvl5pPr>
            <a:lvl6pPr algn="l">
              <a:defRPr sz="1350" b="0">
                <a:solidFill>
                  <a:srgbClr val="A5B6CD"/>
                </a:solidFill>
              </a:defRPr>
            </a:lvl6pPr>
            <a:lvl7pPr algn="l">
              <a:defRPr sz="1350" b="0">
                <a:solidFill>
                  <a:srgbClr val="A5B6CD"/>
                </a:solidFill>
              </a:defRPr>
            </a:lvl7pPr>
            <a:lvl8pPr algn="l">
              <a:defRPr sz="1350" b="0">
                <a:solidFill>
                  <a:srgbClr val="A5B6CD"/>
                </a:solidFill>
              </a:defRPr>
            </a:lvl8pPr>
            <a:lvl9pPr algn="l">
              <a:defRPr sz="1350" b="0">
                <a:solidFill>
                  <a:srgbClr val="A5B6CD"/>
                </a:solidFill>
              </a:defRPr>
            </a:lvl9pPr>
          </a:lstStyle>
          <a:p xmlns:a="http://schemas.openxmlformats.org/drawingml/2006/main">
            <a:pPr algn="l">
              <a:defRPr sz="1350" b="0">
                <a:solidFill>
                  <a:srgbClr val="A5B6CD"/>
                </a:solidFill>
              </a:defRPr>
            </a:pPr>
            <a:r>
              <a:rPr sz="1350" b="0">
                <a:solidFill>
                  <a:srgbClr val="A5B6CD"/>
                </a:solidFill>
              </a:rPr>
              <a:t>Preflight, análisis determinista y respaldo</a:t>
            </a:r>
          </a:p>
        </p:txBody>
      </p:sp>
      <p:sp>
        <p:nvSpPr>
          <p:cNvPr id="27" name="risk-2">
            <a:extLst xmlns:a="http://schemas.openxmlformats.org/drawingml/2006/main">
              <a:ext uri="{FF2B5EF4-FFF2-40B4-BE49-F238E27FC236}">
                <a16:creationId xmlns:a16="http://schemas.microsoft.com/office/drawing/2014/main" id="{F1609347-48F6-422A-B916-98C471992CED}"/>
              </a:ext>
            </a:extLst>
          </p:cNvPr>
          <p:cNvSpPr>
            <a:spLocks xmlns:a="http://schemas.openxmlformats.org/drawingml/2006/main" noGrp="1"/>
          </p:cNvSpPr>
          <p:nvPr/>
        </p:nvSpPr>
        <p:spPr>
          <a:xfrm xmlns:a="http://schemas.openxmlformats.org/drawingml/2006/main">
            <a:off x="8229600" y="3457575"/>
            <a:ext cx="335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E8EEF7"/>
                </a:solidFill>
              </a:defRPr>
            </a:defPPr>
            <a:lvl1pPr algn="l">
              <a:defRPr sz="1500" b="1">
                <a:solidFill>
                  <a:srgbClr val="E8EEF7"/>
                </a:solidFill>
              </a:defRPr>
            </a:lvl1pPr>
            <a:lvl2pPr algn="l">
              <a:defRPr sz="1500" b="1">
                <a:solidFill>
                  <a:srgbClr val="E8EEF7"/>
                </a:solidFill>
              </a:defRPr>
            </a:lvl2pPr>
            <a:lvl3pPr algn="l">
              <a:defRPr sz="1500" b="1">
                <a:solidFill>
                  <a:srgbClr val="E8EEF7"/>
                </a:solidFill>
              </a:defRPr>
            </a:lvl3pPr>
            <a:lvl4pPr algn="l">
              <a:defRPr sz="1500" b="1">
                <a:solidFill>
                  <a:srgbClr val="E8EEF7"/>
                </a:solidFill>
              </a:defRPr>
            </a:lvl4pPr>
            <a:lvl5pPr algn="l">
              <a:defRPr sz="1500" b="1">
                <a:solidFill>
                  <a:srgbClr val="E8EEF7"/>
                </a:solidFill>
              </a:defRPr>
            </a:lvl5pPr>
            <a:lvl6pPr algn="l">
              <a:defRPr sz="1500" b="1">
                <a:solidFill>
                  <a:srgbClr val="E8EEF7"/>
                </a:solidFill>
              </a:defRPr>
            </a:lvl6pPr>
            <a:lvl7pPr algn="l">
              <a:defRPr sz="1500" b="1">
                <a:solidFill>
                  <a:srgbClr val="E8EEF7"/>
                </a:solidFill>
              </a:defRPr>
            </a:lvl7pPr>
            <a:lvl8pPr algn="l">
              <a:defRPr sz="1500" b="1">
                <a:solidFill>
                  <a:srgbClr val="E8EEF7"/>
                </a:solidFill>
              </a:defRPr>
            </a:lvl8pPr>
            <a:lvl9pPr algn="l">
              <a:defRPr sz="1500" b="1">
                <a:solidFill>
                  <a:srgbClr val="E8EEF7"/>
                </a:solidFill>
              </a:defRPr>
            </a:lvl9pPr>
          </a:lstStyle>
          <a:p xmlns:a="http://schemas.openxmlformats.org/drawingml/2006/main">
            <a:pPr algn="l">
              <a:defRPr sz="1500" b="1">
                <a:solidFill>
                  <a:srgbClr val="E8EEF7"/>
                </a:solidFill>
              </a:defRPr>
            </a:pPr>
            <a:r>
              <a:rPr sz="1500" b="1">
                <a:solidFill>
                  <a:srgbClr val="E8EEF7"/>
                </a:solidFill>
              </a:rPr>
              <a:t>Ampliar funciones sin tiempo de prueba</a:t>
            </a:r>
          </a:p>
        </p:txBody>
      </p:sp>
      <p:sp>
        <p:nvSpPr>
          <p:cNvPr id="28" name="mitigation-2">
            <a:extLst xmlns:a="http://schemas.openxmlformats.org/drawingml/2006/main">
              <a:ext uri="{FF2B5EF4-FFF2-40B4-BE49-F238E27FC236}">
                <a16:creationId xmlns:a16="http://schemas.microsoft.com/office/drawing/2014/main" id="{8E043042-46F4-40BA-9D9F-C3214C27B663}"/>
              </a:ext>
            </a:extLst>
          </p:cNvPr>
          <p:cNvSpPr>
            <a:spLocks xmlns:a="http://schemas.openxmlformats.org/drawingml/2006/main" noGrp="1"/>
          </p:cNvSpPr>
          <p:nvPr/>
        </p:nvSpPr>
        <p:spPr>
          <a:xfrm xmlns:a="http://schemas.openxmlformats.org/drawingml/2006/main">
            <a:off x="8229600" y="398145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A5B6CD"/>
                </a:solidFill>
              </a:defRPr>
            </a:defPPr>
            <a:lvl1pPr algn="l">
              <a:defRPr sz="1350" b="0">
                <a:solidFill>
                  <a:srgbClr val="A5B6CD"/>
                </a:solidFill>
              </a:defRPr>
            </a:lvl1pPr>
            <a:lvl2pPr algn="l">
              <a:defRPr sz="1350" b="0">
                <a:solidFill>
                  <a:srgbClr val="A5B6CD"/>
                </a:solidFill>
              </a:defRPr>
            </a:lvl2pPr>
            <a:lvl3pPr algn="l">
              <a:defRPr sz="1350" b="0">
                <a:solidFill>
                  <a:srgbClr val="A5B6CD"/>
                </a:solidFill>
              </a:defRPr>
            </a:lvl3pPr>
            <a:lvl4pPr algn="l">
              <a:defRPr sz="1350" b="0">
                <a:solidFill>
                  <a:srgbClr val="A5B6CD"/>
                </a:solidFill>
              </a:defRPr>
            </a:lvl4pPr>
            <a:lvl5pPr algn="l">
              <a:defRPr sz="1350" b="0">
                <a:solidFill>
                  <a:srgbClr val="A5B6CD"/>
                </a:solidFill>
              </a:defRPr>
            </a:lvl5pPr>
            <a:lvl6pPr algn="l">
              <a:defRPr sz="1350" b="0">
                <a:solidFill>
                  <a:srgbClr val="A5B6CD"/>
                </a:solidFill>
              </a:defRPr>
            </a:lvl6pPr>
            <a:lvl7pPr algn="l">
              <a:defRPr sz="1350" b="0">
                <a:solidFill>
                  <a:srgbClr val="A5B6CD"/>
                </a:solidFill>
              </a:defRPr>
            </a:lvl7pPr>
            <a:lvl8pPr algn="l">
              <a:defRPr sz="1350" b="0">
                <a:solidFill>
                  <a:srgbClr val="A5B6CD"/>
                </a:solidFill>
              </a:defRPr>
            </a:lvl8pPr>
            <a:lvl9pPr algn="l">
              <a:defRPr sz="1350" b="0">
                <a:solidFill>
                  <a:srgbClr val="A5B6CD"/>
                </a:solidFill>
              </a:defRPr>
            </a:lvl9pPr>
          </a:lstStyle>
          <a:p xmlns:a="http://schemas.openxmlformats.org/drawingml/2006/main">
            <a:pPr algn="l">
              <a:defRPr sz="1350" b="0">
                <a:solidFill>
                  <a:srgbClr val="A5B6CD"/>
                </a:solidFill>
              </a:defRPr>
            </a:pPr>
            <a:r>
              <a:rPr sz="1350" b="0">
                <a:solidFill>
                  <a:srgbClr val="A5B6CD"/>
                </a:solidFill>
              </a:rPr>
              <a:t>Priorizar correcciones y trazabilidad</a:t>
            </a:r>
          </a:p>
        </p:txBody>
      </p:sp>
      <p:sp>
        <p:nvSpPr>
          <p:cNvPr id="29" name="line-170">
            <a:extLst xmlns:a="http://schemas.openxmlformats.org/drawingml/2006/main">
              <a:ext uri="{FF2B5EF4-FFF2-40B4-BE49-F238E27FC236}">
                <a16:creationId xmlns:a16="http://schemas.microsoft.com/office/drawing/2014/main" id="{D8671B36-0AA9-4038-8E0B-BEE68E6302C7}"/>
              </a:ext>
            </a:extLst>
          </p:cNvPr>
          <p:cNvSpPr>
            <a:spLocks xmlns:a="http://schemas.openxmlformats.org/drawingml/2006/main" noGrp="1"/>
          </p:cNvSpPr>
          <p:nvPr/>
        </p:nvSpPr>
        <p:spPr>
          <a:xfrm xmlns:a="http://schemas.openxmlformats.org/drawingml/2006/main">
            <a:off x="609600" y="4676775"/>
            <a:ext cx="10972800" cy="9525"/>
          </a:xfrm>
          <a:prstGeom xmlns:a="http://schemas.openxmlformats.org/drawingml/2006/main" prst="line">
            <a:avLst/>
          </a:prstGeom>
          <a:noFill xmlns:a="http://schemas.openxmlformats.org/drawingml/2006/main"/>
          <a:ln xmlns:a="http://schemas.openxmlformats.org/drawingml/2006/main" w="9525">
            <a:solidFill>
              <a:srgbClr val="263B55"/>
            </a:solidFill>
          </a:ln>
        </p:spPr>
      </p:sp>
      <p:sp>
        <p:nvSpPr>
          <p:cNvPr id="30" name="ingles-titulo">
            <a:extLst xmlns:a="http://schemas.openxmlformats.org/drawingml/2006/main">
              <a:ext uri="{FF2B5EF4-FFF2-40B4-BE49-F238E27FC236}">
                <a16:creationId xmlns:a16="http://schemas.microsoft.com/office/drawing/2014/main" id="{DD35B9D9-ADDE-445A-BFBC-0BE9E70965EE}"/>
              </a:ext>
            </a:extLst>
          </p:cNvPr>
          <p:cNvSpPr>
            <a:spLocks xmlns:a="http://schemas.openxmlformats.org/drawingml/2006/main" noGrp="1"/>
          </p:cNvSpPr>
          <p:nvPr/>
        </p:nvSpPr>
        <p:spPr>
          <a:xfrm xmlns:a="http://schemas.openxmlformats.org/drawingml/2006/main">
            <a:off x="609600" y="4876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E8EEF7"/>
                </a:solidFill>
              </a:defRPr>
            </a:defPPr>
            <a:lvl1pPr algn="l">
              <a:defRPr sz="1800" b="1">
                <a:solidFill>
                  <a:srgbClr val="E8EEF7"/>
                </a:solidFill>
              </a:defRPr>
            </a:lvl1pPr>
            <a:lvl2pPr algn="l">
              <a:defRPr sz="1800" b="1">
                <a:solidFill>
                  <a:srgbClr val="E8EEF7"/>
                </a:solidFill>
              </a:defRPr>
            </a:lvl2pPr>
            <a:lvl3pPr algn="l">
              <a:defRPr sz="1800" b="1">
                <a:solidFill>
                  <a:srgbClr val="E8EEF7"/>
                </a:solidFill>
              </a:defRPr>
            </a:lvl3pPr>
            <a:lvl4pPr algn="l">
              <a:defRPr sz="1800" b="1">
                <a:solidFill>
                  <a:srgbClr val="E8EEF7"/>
                </a:solidFill>
              </a:defRPr>
            </a:lvl4pPr>
            <a:lvl5pPr algn="l">
              <a:defRPr sz="1800" b="1">
                <a:solidFill>
                  <a:srgbClr val="E8EEF7"/>
                </a:solidFill>
              </a:defRPr>
            </a:lvl5pPr>
            <a:lvl6pPr algn="l">
              <a:defRPr sz="1800" b="1">
                <a:solidFill>
                  <a:srgbClr val="E8EEF7"/>
                </a:solidFill>
              </a:defRPr>
            </a:lvl6pPr>
            <a:lvl7pPr algn="l">
              <a:defRPr sz="1800" b="1">
                <a:solidFill>
                  <a:srgbClr val="E8EEF7"/>
                </a:solidFill>
              </a:defRPr>
            </a:lvl7pPr>
            <a:lvl8pPr algn="l">
              <a:defRPr sz="1800" b="1">
                <a:solidFill>
                  <a:srgbClr val="E8EEF7"/>
                </a:solidFill>
              </a:defRPr>
            </a:lvl8pPr>
            <a:lvl9pPr algn="l">
              <a:defRPr sz="1800" b="1">
                <a:solidFill>
                  <a:srgbClr val="E8EEF7"/>
                </a:solidFill>
              </a:defRPr>
            </a:lvl9pPr>
          </a:lstStyle>
          <a:p xmlns:a="http://schemas.openxmlformats.org/drawingml/2006/main">
            <a:pPr algn="l">
              <a:defRPr sz="1800" b="1">
                <a:solidFill>
                  <a:srgbClr val="E8EEF7"/>
                </a:solidFill>
              </a:defRPr>
            </a:pPr>
            <a:r>
              <a:rPr sz="1800" b="1">
                <a:solidFill>
                  <a:srgbClr val="E8EEF7"/>
                </a:solidFill>
              </a:rPr>
              <a:t>Conclusiones en inglés</a:t>
            </a:r>
          </a:p>
        </p:txBody>
      </p:sp>
      <p:sp>
        <p:nvSpPr>
          <p:cNvPr id="31" name="conclusion-0">
            <a:extLst xmlns:a="http://schemas.openxmlformats.org/drawingml/2006/main">
              <a:ext uri="{FF2B5EF4-FFF2-40B4-BE49-F238E27FC236}">
                <a16:creationId xmlns:a16="http://schemas.microsoft.com/office/drawing/2014/main" id="{65DB26D5-2997-4AAA-8941-0C8D9896170F}"/>
              </a:ext>
            </a:extLst>
          </p:cNvPr>
          <p:cNvSpPr>
            <a:spLocks xmlns:a="http://schemas.openxmlformats.org/drawingml/2006/main" noGrp="1"/>
          </p:cNvSpPr>
          <p:nvPr/>
        </p:nvSpPr>
        <p:spPr>
          <a:xfrm xmlns:a="http://schemas.openxmlformats.org/drawingml/2006/main">
            <a:off x="609600" y="53149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Axl Urrutia: The audit remains useful even when the AI service is unavailable.</a:t>
            </a:r>
          </a:p>
        </p:txBody>
      </p:sp>
      <p:sp>
        <p:nvSpPr>
          <p:cNvPr id="32" name="conclusion-1">
            <a:extLst xmlns:a="http://schemas.openxmlformats.org/drawingml/2006/main">
              <a:ext uri="{FF2B5EF4-FFF2-40B4-BE49-F238E27FC236}">
                <a16:creationId xmlns:a16="http://schemas.microsoft.com/office/drawing/2014/main" id="{DD45FAF8-8C10-4192-9CDA-A8504C452736}"/>
              </a:ext>
            </a:extLst>
          </p:cNvPr>
          <p:cNvSpPr>
            <a:spLocks xmlns:a="http://schemas.openxmlformats.org/drawingml/2006/main" noGrp="1"/>
          </p:cNvSpPr>
          <p:nvPr/>
        </p:nvSpPr>
        <p:spPr>
          <a:xfrm xmlns:a="http://schemas.openxmlformats.org/drawingml/2006/main">
            <a:off x="609600" y="56388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Thomas Henriquez: A controlled lab helps us reproduce and verify network findings.</a:t>
            </a:r>
          </a:p>
        </p:txBody>
      </p:sp>
      <p:sp>
        <p:nvSpPr>
          <p:cNvPr id="33" name="conclusion-2">
            <a:extLst xmlns:a="http://schemas.openxmlformats.org/drawingml/2006/main">
              <a:ext uri="{FF2B5EF4-FFF2-40B4-BE49-F238E27FC236}">
                <a16:creationId xmlns:a16="http://schemas.microsoft.com/office/drawing/2014/main" id="{75D3AD1D-14BA-4340-B4DF-6B8146ED7475}"/>
              </a:ext>
            </a:extLst>
          </p:cNvPr>
          <p:cNvSpPr>
            <a:spLocks xmlns:a="http://schemas.openxmlformats.org/drawingml/2006/main" noGrp="1"/>
          </p:cNvSpPr>
          <p:nvPr/>
        </p:nvSpPr>
        <p:spPr>
          <a:xfrm xmlns:a="http://schemas.openxmlformats.org/drawingml/2006/main">
            <a:off x="609600" y="59626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Maikol Mamani: Deterministic rules keep security findings consistent and traceable.</a:t>
            </a:r>
          </a:p>
        </p:txBody>
      </p:sp>
      <p:sp>
        <p:nvSpPr>
          <p:cNvPr id="34" name="conclusion-3">
            <a:extLst xmlns:a="http://schemas.openxmlformats.org/drawingml/2006/main">
              <a:ext uri="{FF2B5EF4-FFF2-40B4-BE49-F238E27FC236}">
                <a16:creationId xmlns:a16="http://schemas.microsoft.com/office/drawing/2014/main" id="{D76AEF31-E5EA-4AE1-AB40-782D67D2A32D}"/>
              </a:ext>
            </a:extLst>
          </p:cNvPr>
          <p:cNvSpPr>
            <a:spLocks xmlns:a="http://schemas.openxmlformats.org/drawingml/2006/main" noGrp="1"/>
          </p:cNvSpPr>
          <p:nvPr/>
        </p:nvSpPr>
        <p:spPr>
          <a:xfrm xmlns:a="http://schemas.openxmlformats.org/drawingml/2006/main">
            <a:off x="609600" y="62865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E8EEF7"/>
                </a:solidFill>
              </a:defRPr>
            </a:defPPr>
            <a:lvl1pPr algn="l">
              <a:defRPr sz="1500" b="0">
                <a:solidFill>
                  <a:srgbClr val="E8EEF7"/>
                </a:solidFill>
              </a:defRPr>
            </a:lvl1pPr>
            <a:lvl2pPr algn="l">
              <a:defRPr sz="1500" b="0">
                <a:solidFill>
                  <a:srgbClr val="E8EEF7"/>
                </a:solidFill>
              </a:defRPr>
            </a:lvl2pPr>
            <a:lvl3pPr algn="l">
              <a:defRPr sz="1500" b="0">
                <a:solidFill>
                  <a:srgbClr val="E8EEF7"/>
                </a:solidFill>
              </a:defRPr>
            </a:lvl3pPr>
            <a:lvl4pPr algn="l">
              <a:defRPr sz="1500" b="0">
                <a:solidFill>
                  <a:srgbClr val="E8EEF7"/>
                </a:solidFill>
              </a:defRPr>
            </a:lvl4pPr>
            <a:lvl5pPr algn="l">
              <a:defRPr sz="1500" b="0">
                <a:solidFill>
                  <a:srgbClr val="E8EEF7"/>
                </a:solidFill>
              </a:defRPr>
            </a:lvl5pPr>
            <a:lvl6pPr algn="l">
              <a:defRPr sz="1500" b="0">
                <a:solidFill>
                  <a:srgbClr val="E8EEF7"/>
                </a:solidFill>
              </a:defRPr>
            </a:lvl6pPr>
            <a:lvl7pPr algn="l">
              <a:defRPr sz="1500" b="0">
                <a:solidFill>
                  <a:srgbClr val="E8EEF7"/>
                </a:solidFill>
              </a:defRPr>
            </a:lvl7pPr>
            <a:lvl8pPr algn="l">
              <a:defRPr sz="1500" b="0">
                <a:solidFill>
                  <a:srgbClr val="E8EEF7"/>
                </a:solidFill>
              </a:defRPr>
            </a:lvl8pPr>
            <a:lvl9pPr algn="l">
              <a:defRPr sz="1500" b="0">
                <a:solidFill>
                  <a:srgbClr val="E8EEF7"/>
                </a:solidFill>
              </a:defRPr>
            </a:lvl9pPr>
          </a:lstStyle>
          <a:p xmlns:a="http://schemas.openxmlformats.org/drawingml/2006/main">
            <a:pPr algn="l">
              <a:defRPr sz="1500" b="0">
                <a:solidFill>
                  <a:srgbClr val="E8EEF7"/>
                </a:solidFill>
              </a:defRPr>
            </a:pPr>
            <a:r>
              <a:rPr sz="1500" b="0">
                <a:solidFill>
                  <a:srgbClr val="E8EEF7"/>
                </a:solidFill>
              </a:rPr>
              <a:t>Emilio Cortes: Clear results help administrators decide what to review first.</a:t>
            </a:r>
          </a:p>
        </p:txBody>
      </p:sp>
    </p:spTree>
    <p:extLst>
      <p:ext uri="{BB962C8B-B14F-4D97-AF65-F5344CB8AC3E}">
        <p14:creationId xmlns:p14="http://schemas.microsoft.com/office/powerpoint/2010/main" val="2037657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2026-10-26T18:57:43.5950000Z</dcterms:created>
  <dcterms:modified xsi:type="dcterms:W3CDTF">2026-10-26T18:57:43.5950000Z</dcterms:modified>
</coreProperties>
</file>