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2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311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de Configuraciones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IOS/IOS XE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3504" y="22860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NetAudit · Asistente de auditoría y diagnóstico para redes Cisco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603504" y="272491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deterministas · evidencia trazable · solo lectura · IA explicativa futura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7414537" y="787215"/>
            <a:ext cx="3657600" cy="153619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en Conectividad y Redes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· Sede San Joaquín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Asignatura Capstone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14537" y="3150107"/>
            <a:ext cx="3657600" cy="1124712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Axl Urrutia · Thomas Henriquez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Maikol Mamani · Emilio Cortes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859269" y="4909495"/>
            <a:ext cx="297180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· 8 de septiembre</a:t>
            </a:r>
            <a:endParaRPr lang="en-US" sz="11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68680" y="135331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90472" y="13624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problemática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0472" y="19568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del proyecto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90472" y="25511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egreso e intereses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313639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0472" y="31455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Factibilidad, objetivos y metodología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373075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0472" y="37398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y plan de trabajo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68680" y="432511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90472" y="43342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Ansible: decisión técnica y posible evolución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80" y="4919472"/>
            <a:ext cx="43891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0472" y="49286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preguntas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00800" y="1371600"/>
            <a:ext cx="466344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de la presentación</a:t>
            </a:r>
            <a:endParaRPr lang="en-US" sz="160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que el proyecto resuelve un problema real de redes y que puede desarrollarse de forma incremental, segura y verificable.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0" y="3429000"/>
            <a:ext cx="4663440" cy="1600200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detectan.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demuestra.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explica.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problemática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técnica de configuraciones en redes corporativas Cisco.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344168"/>
            <a:ext cx="19202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9808" y="202996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50976" y="1901952"/>
            <a:ext cx="4370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corporativas requieren administración continua.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9808" y="255117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50976" y="2423160"/>
            <a:ext cx="4370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configuraciones y salidas de comandos show pueden ser extensas.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9808" y="307238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50976" y="2944368"/>
            <a:ext cx="4370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revisión manual depende de la experiencia de quien diagnostica.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3675888"/>
            <a:ext cx="1920240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9808" y="435254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50976" y="4224528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Pueden existir omisiones o criterios inconsistentes.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49808" y="484632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50976" y="471830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pueden afectar disponibilidad y seguridad.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9808" y="5340096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950976" y="5212080"/>
            <a:ext cx="4370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hallazgos necesitan evidencia trazable para ser defendibles.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10528" y="1344168"/>
            <a:ext cx="39776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510528" y="1975104"/>
            <a:ext cx="397764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Administradores de red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e infraestructura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de servicios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3977640"/>
            <a:ext cx="3977640" cy="1024128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práctico</a:t>
            </a:r>
            <a:endParaRPr lang="en-US" sz="1480" dirty="0"/>
          </a:p>
          <a:p>
            <a:pPr marL="0" indent="0" algn="ctr">
              <a:buNone/>
            </a:pPr>
            <a:r>
              <a:rPr lang="en-US" sz="14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parte de la auditoría sin reemplazar el criterio profesional.</a:t>
            </a:r>
            <a:endParaRPr lang="en-US" sz="1480" dirty="0"/>
          </a:p>
        </p:txBody>
      </p:sp>
      <p:sp>
        <p:nvSpPr>
          <p:cNvPr id="24" name="Text 22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del proyecto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NetAudit: asistente de auditoría y diagnóstico para redes Cisco IOS/IOS XE.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44200" cy="11704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15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580" dirty="0"/>
          </a:p>
          <a:p>
            <a:pPr marL="0" indent="0" algn="ctr">
              <a:buNone/>
            </a:pPr>
            <a:r>
              <a:rPr lang="en-US" sz="15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 prototipo que recolecte información en modo de solo lectura, evalúe configuraciones mediante reglas deterministas, documente evidencia técnica y genere resultados comprensibles para apoyar administración y ciberseguridad.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190195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Recolecta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9808" y="3502152"/>
            <a:ext cx="1901952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running-config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comandos show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670048" y="3968496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063240" y="2926080"/>
            <a:ext cx="1901952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63240" y="3502152"/>
            <a:ext cx="1901952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CiscoConfParse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TextFSM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983480" y="3968496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376672" y="2926080"/>
            <a:ext cx="1901952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76672" y="3502152"/>
            <a:ext cx="1901952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deterministas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estados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7296912" y="3968496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690104" y="2926080"/>
            <a:ext cx="1901952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90104" y="3502152"/>
            <a:ext cx="1901952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findings, evidencia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recomendaciones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078992" y="4983480"/>
            <a:ext cx="10012680" cy="566928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no modifica dispositivos: analiza y recomienda.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dispositivo Cisco al resultado integral.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965960" cy="877824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IOS/IOS XE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2651760" y="1920240"/>
            <a:ext cx="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127248" y="1481328"/>
            <a:ext cx="1965960" cy="877824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solo lectura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Netmiko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5093208" y="1920240"/>
            <a:ext cx="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568696" y="1481328"/>
            <a:ext cx="1965960" cy="877824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CommandEvidence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+ SHA-256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7534656" y="1920240"/>
            <a:ext cx="402336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010144" y="1481328"/>
            <a:ext cx="1965960" cy="877824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CiscoConfParse / TextFSM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9976104" y="2359152"/>
            <a:ext cx="0" cy="402336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010144" y="2816352"/>
            <a:ext cx="1965960" cy="877824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sanitizada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7936992" y="3255264"/>
            <a:ext cx="0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568696" y="2816352"/>
            <a:ext cx="1965960" cy="877824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FullDevice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AnalysisResult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5495544" y="3255264"/>
            <a:ext cx="0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127248" y="2816352"/>
            <a:ext cx="1965960" cy="877824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deterministas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3054096" y="3255264"/>
            <a:ext cx="0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85800" y="2816352"/>
            <a:ext cx="1965960" cy="877824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Contextos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inmutables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841248" y="4096512"/>
            <a:ext cx="10287000" cy="4846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controlada: recolección · evidencia · parsing · contexto · reglas · resultado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96112" y="4846320"/>
            <a:ext cx="498348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operacional clave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IOS-IF-001 usa show ip interface brief para detectar </a:t>
            </a:r>
            <a:r>
              <a:rPr lang="en-US" sz="1260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60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</a:t>
            </a: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60" dirty="0" err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</a:t>
            </a: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protocolo de línea inactivo.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6144768" y="4846320"/>
            <a:ext cx="4983480" cy="804672"/>
          </a:xfrm>
          <a:prstGeom prst="rect">
            <a:avLst/>
          </a:prstGeom>
          <a:solidFill>
            <a:srgbClr val="43140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negocio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FAIL genera un Finding. Los demás estados se conservan, pero no producen hallazgos.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5</a:t>
            </a:r>
            <a:endParaRPr lang="en-US" sz="75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7C6CA5BA-63FF-6590-9340-6DAE12DB384D}"/>
              </a:ext>
            </a:extLst>
          </p:cNvPr>
          <p:cNvSpPr/>
          <p:nvPr/>
        </p:nvSpPr>
        <p:spPr>
          <a:xfrm flipH="1">
            <a:off x="7534656" y="3222290"/>
            <a:ext cx="402336" cy="32974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BFC31E43-87BC-5232-1292-FFC2B9708B06}"/>
              </a:ext>
            </a:extLst>
          </p:cNvPr>
          <p:cNvSpPr/>
          <p:nvPr/>
        </p:nvSpPr>
        <p:spPr>
          <a:xfrm flipH="1">
            <a:off x="5166360" y="3255264"/>
            <a:ext cx="329184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066FC205-69C7-B5D8-FB7D-3363EDE29384}"/>
              </a:ext>
            </a:extLst>
          </p:cNvPr>
          <p:cNvSpPr/>
          <p:nvPr/>
        </p:nvSpPr>
        <p:spPr>
          <a:xfrm flipH="1">
            <a:off x="2724912" y="3222290"/>
            <a:ext cx="329184" cy="0"/>
          </a:xfrm>
          <a:prstGeom prst="line">
            <a:avLst/>
          </a:prstGeom>
          <a:noFill/>
          <a:ln w="2286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con el perfil de egreso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seleccionadas y áreas de desempeño asociadas.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1031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52928" y="1371600"/>
            <a:ext cx="45720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en el proyecto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71232" y="1371600"/>
            <a:ext cx="38862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asociada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10312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e infraestructura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52928" y="1874520"/>
            <a:ext cx="4572000" cy="667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 y diagnosticar redes corporativas.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571232" y="1874520"/>
            <a:ext cx="388620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y soporte de redes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2660904"/>
            <a:ext cx="210312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conectividad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52928" y="2660904"/>
            <a:ext cx="4572000" cy="667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arquitectura, flujos, seguridad y escenarios de prueba.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571232" y="2660904"/>
            <a:ext cx="388620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arquitectura de redes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447288"/>
            <a:ext cx="210312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52928" y="3447288"/>
            <a:ext cx="4572000" cy="667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controles, identificar riesgos y resguardar evidencia.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7571232" y="3447288"/>
            <a:ext cx="388620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 en infraestructura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233672"/>
            <a:ext cx="210312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52928" y="4233672"/>
            <a:ext cx="4572000" cy="667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incrementos, documentar y validar entregables.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7571232" y="4233672"/>
            <a:ext cx="3886200" cy="6675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 de conectividad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con intereses profesionales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Networking, automatización y ciberseguridad como áreas de desarrollo.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371600"/>
            <a:ext cx="41148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este proyecto?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218541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042416" y="2057400"/>
            <a:ext cx="4599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Acerca el trabajo académico a tareas reales de operación y soporte.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277063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42416" y="2642616"/>
            <a:ext cx="4599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redes Cisco con automatización y análisis reproducible.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" y="335584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042416" y="3227832"/>
            <a:ext cx="4599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 a documentar decisiones técnicas y resultados comprobables.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08192" y="1371600"/>
            <a:ext cx="4572000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al desarrollo profesional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236208" y="218541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37376" y="2057400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capacidad de diagnosticar configuraciones.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6208" y="277063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437376" y="2642616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 criterios de seguridad sobre infraestructura.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36208" y="335584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437376" y="3227832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construir una solución técnica defendible y verificable.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10149840" cy="658368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una herramienta de apoyo al administrador de red, no un reemplazo del profesional.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 y riesgos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es viable por su desarrollo incremental y laboratorio controlado.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" y="1426464"/>
            <a:ext cx="331012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disponible</a:t>
            </a:r>
            <a:endParaRPr lang="en-US" sz="1630" dirty="0"/>
          </a:p>
        </p:txBody>
      </p:sp>
      <p:sp>
        <p:nvSpPr>
          <p:cNvPr id="8" name="Text 6"/>
          <p:cNvSpPr/>
          <p:nvPr/>
        </p:nvSpPr>
        <p:spPr>
          <a:xfrm>
            <a:off x="694944" y="2048256"/>
            <a:ext cx="3310128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por semanas y entregas pequeñas.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3200400"/>
            <a:ext cx="331012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MVP y prioridades claras.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4462272" y="1426464"/>
            <a:ext cx="3310128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</a:t>
            </a:r>
            <a:endParaRPr lang="en-US" sz="1630" dirty="0"/>
          </a:p>
        </p:txBody>
      </p:sp>
      <p:sp>
        <p:nvSpPr>
          <p:cNvPr id="11" name="Text 9"/>
          <p:cNvSpPr/>
          <p:nvPr/>
        </p:nvSpPr>
        <p:spPr>
          <a:xfrm>
            <a:off x="4462272" y="2048256"/>
            <a:ext cx="3310128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GitHub, documentación Cisco, VirtualBox/CSR1000v.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62272" y="3200400"/>
            <a:ext cx="331012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datos sintéticos y pruebas automatizadas.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229600" y="1426464"/>
            <a:ext cx="3310128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externos</a:t>
            </a:r>
            <a:endParaRPr lang="en-US" sz="1630" dirty="0"/>
          </a:p>
        </p:txBody>
      </p:sp>
      <p:sp>
        <p:nvSpPr>
          <p:cNvPr id="14" name="Text 12"/>
          <p:cNvSpPr/>
          <p:nvPr/>
        </p:nvSpPr>
        <p:spPr>
          <a:xfrm>
            <a:off x="8229600" y="2048256"/>
            <a:ext cx="3310128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imágenes, integración y coordinación del equipo.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3200400"/>
            <a:ext cx="331012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no intervenir redes productivas y validar por etapas.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1901952" y="4828032"/>
            <a:ext cx="8385048" cy="822960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principal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 demasiado el alcance técnico antes de cerrar un MVP verificable.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 y objetivos específicos de la Fase 1.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442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159" tIns="2159" rIns="2159" bIns="2159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 prototipo de asistente de auditoría para redes Cisco IOS/IOS XE que recolecte información en modo de solo lectura, evalúe configuraciones mediante reglas deterministas, documente evidencia técnica y genere resultados comprensibles.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28346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859536" y="343814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60704" y="3310128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arquitectura, alcance, criterios de seguridad y casos de uso.</a:t>
            </a:r>
            <a:endParaRPr lang="en-US" sz="1410" dirty="0"/>
          </a:p>
        </p:txBody>
      </p:sp>
      <p:sp>
        <p:nvSpPr>
          <p:cNvPr id="11" name="Shape 9"/>
          <p:cNvSpPr/>
          <p:nvPr/>
        </p:nvSpPr>
        <p:spPr>
          <a:xfrm>
            <a:off x="859536" y="385876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060704" y="3730752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recolección y normalización de configuración y datos operacionales.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859536" y="427939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060704" y="4151376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un catálogo inicial de reglas deterministas.</a:t>
            </a:r>
            <a:endParaRPr lang="en-US" sz="1410" dirty="0"/>
          </a:p>
        </p:txBody>
      </p:sp>
      <p:sp>
        <p:nvSpPr>
          <p:cNvPr id="15" name="Shape 13"/>
          <p:cNvSpPr/>
          <p:nvPr/>
        </p:nvSpPr>
        <p:spPr>
          <a:xfrm>
            <a:off x="859536" y="470001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060704" y="4572000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resultados en API, interfaz o reporte con evidencia y recomendaciones.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859536" y="512064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1060704" y="4992624"/>
            <a:ext cx="9994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el prototipo mediante pruebas automatizadas y laboratorio.</a:t>
            </a:r>
            <a:endParaRPr lang="en-US" sz="1410" dirty="0"/>
          </a:p>
        </p:txBody>
      </p:sp>
      <p:sp>
        <p:nvSpPr>
          <p:cNvPr id="19" name="Text 17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y roles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incremental: entregas pequeñas, verificables y documentadas.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148132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90" dirty="0"/>
          </a:p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</a:t>
            </a:r>
            <a:endParaRPr lang="en-US" sz="1090" dirty="0"/>
          </a:p>
        </p:txBody>
      </p:sp>
      <p:sp>
        <p:nvSpPr>
          <p:cNvPr id="8" name="Shape 6"/>
          <p:cNvSpPr/>
          <p:nvPr/>
        </p:nvSpPr>
        <p:spPr>
          <a:xfrm>
            <a:off x="2029968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459736" y="1389888"/>
            <a:ext cx="148132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90" dirty="0"/>
          </a:p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3941064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370832" y="1389888"/>
            <a:ext cx="148132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90" dirty="0"/>
          </a:p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Recolección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5852160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281928" y="1389888"/>
            <a:ext cx="148132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90" dirty="0"/>
          </a:p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7763256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193024" y="1389888"/>
            <a:ext cx="148132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90" dirty="0"/>
          </a:p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9674352" y="1764792"/>
            <a:ext cx="356616" cy="0"/>
          </a:xfrm>
          <a:prstGeom prst="line">
            <a:avLst/>
          </a:prstGeom>
          <a:noFill/>
          <a:ln w="2032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0104120" y="1389888"/>
            <a:ext cx="148132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90" dirty="0"/>
          </a:p>
          <a:p>
            <a:pPr marL="0" indent="0" algn="ctr">
              <a:buNone/>
            </a:pPr>
            <a:r>
              <a:rPr lang="en-US" sz="10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868680" y="2578608"/>
            <a:ext cx="109728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Axl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103120" y="2578608"/>
            <a:ext cx="8869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Arquitectura, backend e integración del motor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868680" y="3118104"/>
            <a:ext cx="109728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103120" y="3118104"/>
            <a:ext cx="8869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Laboratorio, topologías y validación de red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868680" y="3657600"/>
            <a:ext cx="109728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Maikol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103120" y="3657600"/>
            <a:ext cx="8869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ciberseguridad y casos de prueba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868680" y="4197096"/>
            <a:ext cx="109728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Emilio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2103120" y="4197096"/>
            <a:ext cx="8869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Interfaz/reportes, documentación y apoyo en integración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1024128" y="5175504"/>
            <a:ext cx="10149840" cy="566928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incremento debe incluir revisión Git, pruebas cuando corresponda y documentación técnica.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comprometidas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para demostrar avance, validación y cierre técnico.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344168"/>
            <a:ext cx="11887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975104" y="1344168"/>
            <a:ext cx="2971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47488" y="1344168"/>
            <a:ext cx="55321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1188720" cy="640080"/>
          </a:xfrm>
          <a:prstGeom prst="rect">
            <a:avLst/>
          </a:prstGeom>
          <a:solidFill>
            <a:srgbClr val="43140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75104" y="1874520"/>
            <a:ext cx="29718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alcance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47488" y="1874520"/>
            <a:ext cx="5532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Diseño, componentes, seguridad y planificación inicial.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633472"/>
            <a:ext cx="1188720" cy="640080"/>
          </a:xfrm>
          <a:prstGeom prst="rect">
            <a:avLst/>
          </a:prstGeom>
          <a:solidFill>
            <a:srgbClr val="43140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75104" y="2633472"/>
            <a:ext cx="29718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parcial y pruebas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47488" y="2633472"/>
            <a:ext cx="5532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Recolección, primeras reglas y tests asociados.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3392424"/>
            <a:ext cx="1188720" cy="64008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75104" y="3392424"/>
            <a:ext cx="29718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integrado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47488" y="3392424"/>
            <a:ext cx="5532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integrada con recolección, análisis y presentación.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151376"/>
            <a:ext cx="1188720" cy="640080"/>
          </a:xfrm>
          <a:prstGeom prst="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75104" y="4151376"/>
            <a:ext cx="29718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técnico y validación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47488" y="4151376"/>
            <a:ext cx="55321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Metodología, resultados, evidencias, limitaciones y demostración.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 y Carta Gantt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por semanas y fases del semestre.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405993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4462272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4864608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5266944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5669280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607161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6473952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876288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7278624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7680960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08329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8485632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887968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9290304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9692640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1009497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0497312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58368" y="1709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y requerimientos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3657600" y="1764792"/>
            <a:ext cx="804672" cy="1737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58368" y="2130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laboratorio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059936" y="2185416"/>
            <a:ext cx="1207008" cy="1737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58368" y="2551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Recolección y parsing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266944" y="2606040"/>
            <a:ext cx="1207008" cy="1737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58368" y="2971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y catálogo de reglas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669280" y="3026664"/>
            <a:ext cx="2011680" cy="1737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58368" y="33924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API/resultados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876288" y="3447288"/>
            <a:ext cx="1609344" cy="1737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58368" y="3813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y reportes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7278624" y="3867912"/>
            <a:ext cx="1609344" cy="173736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58368" y="4233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y validación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7680960" y="4288536"/>
            <a:ext cx="2011680" cy="173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658368" y="4654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documentación final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8887968" y="4709160"/>
            <a:ext cx="2011680" cy="1737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3657600" y="5276088"/>
            <a:ext cx="16002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S1–S4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5367528" y="5276088"/>
            <a:ext cx="324612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S5–S12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8723376" y="5276088"/>
            <a:ext cx="2404872" cy="4114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S13–S18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4008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no usar Ansible como núcleo?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no se descarta: se ubica como posible fuente de evidencia futura.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1371600"/>
            <a:ext cx="4526280" cy="43891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32688" y="21762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133856" y="2048256"/>
            <a:ext cx="3959352" cy="356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 para automatizar infraestructura a escala.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932688" y="27249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133856" y="2596897"/>
            <a:ext cx="3959352" cy="356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 con inventarios, playbooks y colecciones.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932688" y="32735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133856" y="3145536"/>
            <a:ext cx="3959352" cy="356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ejecutar comandos o desplegar configuración.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419088" y="1371600"/>
            <a:ext cx="4526280" cy="438912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NetAudit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565392" y="217627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766560" y="2048256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especializado de auditoría y diagnóstico.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6565392" y="272491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766560" y="2596896"/>
            <a:ext cx="3959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evidencia en evaluaciones trazables.</a:t>
            </a:r>
            <a:endParaRPr lang="en-US" sz="1410" dirty="0"/>
          </a:p>
        </p:txBody>
      </p:sp>
      <p:sp>
        <p:nvSpPr>
          <p:cNvPr id="19" name="Shape 17"/>
          <p:cNvSpPr/>
          <p:nvPr/>
        </p:nvSpPr>
        <p:spPr>
          <a:xfrm>
            <a:off x="6565392" y="32735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766560" y="3145536"/>
            <a:ext cx="3959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busca orquestar cambios ni reemplazar al administrador.</a:t>
            </a:r>
            <a:endParaRPr lang="en-US" sz="1410" dirty="0"/>
          </a:p>
        </p:txBody>
      </p:sp>
      <p:sp>
        <p:nvSpPr>
          <p:cNvPr id="21" name="Text 19"/>
          <p:cNvSpPr/>
          <p:nvPr/>
        </p:nvSpPr>
        <p:spPr>
          <a:xfrm>
            <a:off x="1188720" y="4416552"/>
            <a:ext cx="98298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actual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Netmiko entrega control directo sobre la lista blanca, una sesión SSH, la construcción de evidencias y la sanitización.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como adición futura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integración bien diseñada complementaría el auditor, no lo reemplazaría.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8745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Netmiko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3246120" y="1572768"/>
            <a:ext cx="2286000" cy="8412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CommandEvidence</a:t>
            </a:r>
            <a:endParaRPr lang="en-US" sz="1410" dirty="0"/>
          </a:p>
          <a:p>
            <a:pPr marL="0" indent="0" algn="ctr">
              <a:buNone/>
            </a:pPr>
            <a:r>
              <a:rPr lang="en-US" sz="141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común</a:t>
            </a:r>
            <a:endParaRPr lang="en-US" sz="1410" dirty="0"/>
          </a:p>
        </p:txBody>
      </p:sp>
      <p:sp>
        <p:nvSpPr>
          <p:cNvPr id="9" name="Text 7"/>
          <p:cNvSpPr/>
          <p:nvPr/>
        </p:nvSpPr>
        <p:spPr>
          <a:xfrm>
            <a:off x="6217920" y="1572768"/>
            <a:ext cx="2057400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determinista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8961120" y="1572768"/>
            <a:ext cx="2057400" cy="841248"/>
          </a:xfrm>
          <a:prstGeom prst="rect">
            <a:avLst/>
          </a:prstGeom>
          <a:solidFill>
            <a:srgbClr val="FB923C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470" dirty="0"/>
          </a:p>
          <a:p>
            <a:pPr marL="0" indent="0" algn="ctr">
              <a:buNone/>
            </a:pPr>
            <a:r>
              <a:rPr lang="en-US" sz="147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explicables</a:t>
            </a:r>
            <a:endParaRPr lang="en-US" sz="1470" dirty="0"/>
          </a:p>
        </p:txBody>
      </p:sp>
      <p:sp>
        <p:nvSpPr>
          <p:cNvPr id="11" name="Shape 9"/>
          <p:cNvSpPr/>
          <p:nvPr/>
        </p:nvSpPr>
        <p:spPr>
          <a:xfrm>
            <a:off x="2560320" y="1993392"/>
            <a:ext cx="612648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532120" y="1993392"/>
            <a:ext cx="612648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275320" y="1993392"/>
            <a:ext cx="612648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85800" y="3730752"/>
            <a:ext cx="1874520" cy="841248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2560320" y="4151376"/>
            <a:ext cx="6858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246120" y="3337560"/>
            <a:ext cx="7772400" cy="1234440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futuro</a:t>
            </a:r>
            <a:endParaRPr lang="en-US" sz="1470" dirty="0"/>
          </a:p>
          <a:p>
            <a:pPr marL="0" indent="0" algn="ctr">
              <a:buNone/>
            </a:pPr>
            <a:r>
              <a:rPr lang="en-US" sz="14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Permitir auditorías masivas desde inventarios existentes, manteniendo el mismo motor de reglas y la misma política de solo lectura.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3246120" y="4892040"/>
            <a:ext cx="7772400" cy="548640"/>
          </a:xfrm>
          <a:prstGeom prst="rect">
            <a:avLst/>
          </a:prstGeom>
          <a:solidFill>
            <a:srgbClr val="164E63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sería una fuente alternativa de evidencia, no el motor de decisión.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75488" y="3291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próximos pasos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" y="868680"/>
            <a:ext cx="26974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94183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hacia Fase 2.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27432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59536" y="212140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060704" y="1993392"/>
            <a:ext cx="52395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y subir los documentos de Fase 1 al repositorio grupal.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859536" y="269748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60704" y="2569464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el repositorio técnico limpio y trazable.</a:t>
            </a:r>
            <a:endParaRPr lang="en-US" sz="1480" dirty="0"/>
          </a:p>
        </p:txBody>
      </p:sp>
      <p:sp>
        <p:nvSpPr>
          <p:cNvPr id="12" name="Shape 10"/>
          <p:cNvSpPr/>
          <p:nvPr/>
        </p:nvSpPr>
        <p:spPr>
          <a:xfrm>
            <a:off x="859536" y="32735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060704" y="3145536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 el Incremento 9: persistencia relacional con PostgreSQL.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859536" y="384962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060704" y="3721608"/>
            <a:ext cx="5239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la infraestructura de pruebas antes de implementar más componentes.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7406640" y="1783080"/>
            <a:ext cx="324612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48272" y="3218688"/>
            <a:ext cx="4608576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final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busca apoyar el diagnóstico de redes Cisco con evidencia, reglas verificables y explicaciones claras.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75488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 · NetAudit · 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1339</Words>
  <Application>Microsoft Office PowerPoint</Application>
  <PresentationFormat>Panorámica</PresentationFormat>
  <Paragraphs>289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 de Configuraciones Cisco IOS/IOS XE</dc:title>
  <dc:subject>Presentación proyecto de título NetAudit</dc:subject>
  <dc:creator>Axl Urrutia</dc:creator>
  <cp:lastModifiedBy>thomas henriquez</cp:lastModifiedBy>
  <cp:revision>2</cp:revision>
  <dcterms:created xsi:type="dcterms:W3CDTF">2026-09-01T17:10:40Z</dcterms:created>
  <dcterms:modified xsi:type="dcterms:W3CDTF">2026-09-01T18:57:13Z</dcterms:modified>
</cp:coreProperties>
</file>